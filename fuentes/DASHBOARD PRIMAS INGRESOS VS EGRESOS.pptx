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E42C2B-F68C-4BDD-874D-66F98D7815C3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6B62CCB-05B2-4CF4-A4ED-B2E164E6E5D3}">
      <dgm:prSet/>
      <dgm:spPr/>
      <dgm:t>
        <a:bodyPr/>
        <a:lstStyle/>
        <a:p>
          <a:r>
            <a:rPr lang="es-MX" dirty="0"/>
            <a:t>Prima Neta columna AF </a:t>
          </a:r>
          <a:endParaRPr lang="en-US" dirty="0"/>
        </a:p>
      </dgm:t>
    </dgm:pt>
    <dgm:pt modelId="{7A798A85-211C-408C-85B6-2B16ECE874E5}" type="parTrans" cxnId="{135C38A8-74D4-49F5-86F7-07D164C91F08}">
      <dgm:prSet/>
      <dgm:spPr/>
      <dgm:t>
        <a:bodyPr/>
        <a:lstStyle/>
        <a:p>
          <a:endParaRPr lang="en-US"/>
        </a:p>
      </dgm:t>
    </dgm:pt>
    <dgm:pt modelId="{B0DFA391-2B89-4F98-968A-635C8A6ACF31}" type="sibTrans" cxnId="{135C38A8-74D4-49F5-86F7-07D164C91F08}">
      <dgm:prSet/>
      <dgm:spPr/>
      <dgm:t>
        <a:bodyPr/>
        <a:lstStyle/>
        <a:p>
          <a:endParaRPr lang="en-US"/>
        </a:p>
      </dgm:t>
    </dgm:pt>
    <dgm:pt modelId="{5E28B0BF-1F03-4EA0-889A-D290C3F3D7D7}">
      <dgm:prSet/>
      <dgm:spPr/>
      <dgm:t>
        <a:bodyPr/>
        <a:lstStyle/>
        <a:p>
          <a:r>
            <a:rPr lang="es-MX" dirty="0"/>
            <a:t>Prima Pagada Nueva Y Sub </a:t>
          </a:r>
          <a:endParaRPr lang="en-US" dirty="0"/>
        </a:p>
      </dgm:t>
    </dgm:pt>
    <dgm:pt modelId="{36246356-789A-4E62-A3DA-B117A0DF37B7}" type="parTrans" cxnId="{7178583E-1F82-41BB-8499-28387747C42A}">
      <dgm:prSet/>
      <dgm:spPr/>
      <dgm:t>
        <a:bodyPr/>
        <a:lstStyle/>
        <a:p>
          <a:endParaRPr lang="en-US"/>
        </a:p>
      </dgm:t>
    </dgm:pt>
    <dgm:pt modelId="{370D28B4-70A3-413C-A3BE-81F3C35EEFC4}" type="sibTrans" cxnId="{7178583E-1F82-41BB-8499-28387747C42A}">
      <dgm:prSet/>
      <dgm:spPr/>
      <dgm:t>
        <a:bodyPr/>
        <a:lstStyle/>
        <a:p>
          <a:endParaRPr lang="en-US"/>
        </a:p>
      </dgm:t>
    </dgm:pt>
    <dgm:pt modelId="{46560AB9-EEAE-4E26-8836-F318345E2469}">
      <dgm:prSet custT="1"/>
      <dgm:spPr/>
      <dgm:t>
        <a:bodyPr/>
        <a:lstStyle/>
        <a:p>
          <a:r>
            <a:rPr lang="es-MX" sz="1400" dirty="0"/>
            <a:t>Prima Cancelada Caducada</a:t>
          </a:r>
        </a:p>
        <a:p>
          <a:r>
            <a:rPr lang="en-US" sz="1200" dirty="0"/>
            <a:t>Prima de </a:t>
          </a:r>
          <a:r>
            <a:rPr lang="en-US" sz="1200" dirty="0" err="1"/>
            <a:t>polizas</a:t>
          </a:r>
          <a:r>
            <a:rPr lang="en-US" sz="1200" dirty="0"/>
            <a:t> </a:t>
          </a:r>
          <a:r>
            <a:rPr lang="en-US" sz="1200" dirty="0" err="1"/>
            <a:t>nuevas</a:t>
          </a:r>
          <a:r>
            <a:rPr lang="en-US" sz="1200" dirty="0"/>
            <a:t> </a:t>
          </a:r>
          <a:r>
            <a:rPr lang="en-US" sz="1200" dirty="0" err="1"/>
            <a:t>que</a:t>
          </a:r>
          <a:r>
            <a:rPr lang="en-US" sz="1200" dirty="0"/>
            <a:t> </a:t>
          </a:r>
          <a:r>
            <a:rPr lang="en-US" sz="1200" dirty="0" err="1"/>
            <a:t>dejaron</a:t>
          </a:r>
          <a:r>
            <a:rPr lang="en-US" sz="1200" dirty="0"/>
            <a:t> de </a:t>
          </a:r>
          <a:r>
            <a:rPr lang="en-US" sz="1200" dirty="0" err="1"/>
            <a:t>pagar</a:t>
          </a:r>
          <a:r>
            <a:rPr lang="en-US" sz="1200" dirty="0"/>
            <a:t> 2026 </a:t>
          </a:r>
          <a:r>
            <a:rPr lang="en-US" sz="1200" dirty="0" err="1"/>
            <a:t>nuevas</a:t>
          </a:r>
          <a:r>
            <a:rPr lang="en-US" sz="1200" dirty="0"/>
            <a:t> 2026</a:t>
          </a:r>
        </a:p>
      </dgm:t>
    </dgm:pt>
    <dgm:pt modelId="{24B5F669-DDA8-4A15-9B97-602F16B8F419}" type="parTrans" cxnId="{9B9B7945-6E5B-4704-BDA8-E6F76F4C62B2}">
      <dgm:prSet/>
      <dgm:spPr/>
      <dgm:t>
        <a:bodyPr/>
        <a:lstStyle/>
        <a:p>
          <a:endParaRPr lang="en-US"/>
        </a:p>
      </dgm:t>
    </dgm:pt>
    <dgm:pt modelId="{F6267DBC-07D0-4254-A1F3-B7B7B65FF6AA}" type="sibTrans" cxnId="{9B9B7945-6E5B-4704-BDA8-E6F76F4C62B2}">
      <dgm:prSet/>
      <dgm:spPr/>
      <dgm:t>
        <a:bodyPr/>
        <a:lstStyle/>
        <a:p>
          <a:endParaRPr lang="en-US"/>
        </a:p>
      </dgm:t>
    </dgm:pt>
    <dgm:pt modelId="{ABBF2FBE-706D-4045-82CA-2DFECB499672}">
      <dgm:prSet custT="1"/>
      <dgm:spPr>
        <a:solidFill>
          <a:srgbClr val="FFFF00"/>
        </a:solidFill>
      </dgm:spPr>
      <dgm:t>
        <a:bodyPr/>
        <a:lstStyle/>
        <a:p>
          <a:r>
            <a:rPr lang="es-MX" sz="2400" kern="1200" baseline="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Prima Pendiente de Pago </a:t>
          </a:r>
          <a:r>
            <a:rPr lang="es-MX" sz="2400" kern="1200" baseline="0" dirty="0">
              <a:solidFill>
                <a:schemeClr val="tx1"/>
              </a:solidFill>
            </a:rPr>
            <a:t>2026 columna BQ</a:t>
          </a:r>
          <a:endParaRPr lang="en-US" sz="2400" kern="1200" dirty="0"/>
        </a:p>
      </dgm:t>
    </dgm:pt>
    <dgm:pt modelId="{8DCC697E-D578-4B21-BE96-B29A85D78C20}" type="parTrans" cxnId="{1F601510-D2F0-4683-8C92-26D7596A761D}">
      <dgm:prSet/>
      <dgm:spPr/>
      <dgm:t>
        <a:bodyPr/>
        <a:lstStyle/>
        <a:p>
          <a:endParaRPr lang="en-US"/>
        </a:p>
      </dgm:t>
    </dgm:pt>
    <dgm:pt modelId="{8CFD0D9C-9DF0-4AF3-B5C1-DBC97CA2137B}" type="sibTrans" cxnId="{1F601510-D2F0-4683-8C92-26D7596A761D}">
      <dgm:prSet/>
      <dgm:spPr/>
      <dgm:t>
        <a:bodyPr/>
        <a:lstStyle/>
        <a:p>
          <a:endParaRPr lang="en-US"/>
        </a:p>
      </dgm:t>
    </dgm:pt>
    <dgm:pt modelId="{E74B2739-F6D4-473C-B0B4-EFD1A1AA1404}">
      <dgm:prSet/>
      <dgm:spPr/>
      <dgm:t>
        <a:bodyPr/>
        <a:lstStyle/>
        <a:p>
          <a:r>
            <a:rPr lang="es-MX" dirty="0"/>
            <a:t>Prima No tomada Prima columna AF de las de estatus BJ</a:t>
          </a:r>
          <a:endParaRPr lang="en-US" dirty="0"/>
        </a:p>
      </dgm:t>
    </dgm:pt>
    <dgm:pt modelId="{E03650A4-4227-40A4-8A2A-4519023DFF65}" type="parTrans" cxnId="{D5C707C7-49ED-4A8A-980C-3EC0303296C0}">
      <dgm:prSet/>
      <dgm:spPr/>
      <dgm:t>
        <a:bodyPr/>
        <a:lstStyle/>
        <a:p>
          <a:endParaRPr lang="en-US"/>
        </a:p>
      </dgm:t>
    </dgm:pt>
    <dgm:pt modelId="{D186FD27-DFE6-463D-BE3C-066596D69B9F}" type="sibTrans" cxnId="{D5C707C7-49ED-4A8A-980C-3EC0303296C0}">
      <dgm:prSet/>
      <dgm:spPr/>
      <dgm:t>
        <a:bodyPr/>
        <a:lstStyle/>
        <a:p>
          <a:endParaRPr lang="en-US"/>
        </a:p>
      </dgm:t>
    </dgm:pt>
    <dgm:pt modelId="{9FC908BC-F5F5-4DBB-8013-E2FCE6F59A76}" type="pres">
      <dgm:prSet presAssocID="{A5E42C2B-F68C-4BDD-874D-66F98D7815C3}" presName="linear" presStyleCnt="0">
        <dgm:presLayoutVars>
          <dgm:dir/>
          <dgm:animLvl val="lvl"/>
          <dgm:resizeHandles val="exact"/>
        </dgm:presLayoutVars>
      </dgm:prSet>
      <dgm:spPr/>
    </dgm:pt>
    <dgm:pt modelId="{7676AE95-CF84-4AF6-9DF7-B73E728C650C}" type="pres">
      <dgm:prSet presAssocID="{E6B62CCB-05B2-4CF4-A4ED-B2E164E6E5D3}" presName="parentLin" presStyleCnt="0"/>
      <dgm:spPr/>
    </dgm:pt>
    <dgm:pt modelId="{CE8D19BC-30FA-4CD8-9862-19F10166F793}" type="pres">
      <dgm:prSet presAssocID="{E6B62CCB-05B2-4CF4-A4ED-B2E164E6E5D3}" presName="parentLeftMargin" presStyleLbl="node1" presStyleIdx="0" presStyleCnt="5"/>
      <dgm:spPr/>
    </dgm:pt>
    <dgm:pt modelId="{AFF9B9AE-163D-4512-8C0A-90DA76EE4777}" type="pres">
      <dgm:prSet presAssocID="{E6B62CCB-05B2-4CF4-A4ED-B2E164E6E5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F6E02F3-55A3-4F47-BE9F-2367F0D89055}" type="pres">
      <dgm:prSet presAssocID="{E6B62CCB-05B2-4CF4-A4ED-B2E164E6E5D3}" presName="negativeSpace" presStyleCnt="0"/>
      <dgm:spPr/>
    </dgm:pt>
    <dgm:pt modelId="{BF20A8ED-D954-4CD9-9CC3-F6E4828F33EC}" type="pres">
      <dgm:prSet presAssocID="{E6B62CCB-05B2-4CF4-A4ED-B2E164E6E5D3}" presName="childText" presStyleLbl="conFgAcc1" presStyleIdx="0" presStyleCnt="5">
        <dgm:presLayoutVars>
          <dgm:bulletEnabled val="1"/>
        </dgm:presLayoutVars>
      </dgm:prSet>
      <dgm:spPr/>
    </dgm:pt>
    <dgm:pt modelId="{44C46709-45B3-431C-8D9D-CB84FA80852F}" type="pres">
      <dgm:prSet presAssocID="{B0DFA391-2B89-4F98-968A-635C8A6ACF31}" presName="spaceBetweenRectangles" presStyleCnt="0"/>
      <dgm:spPr/>
    </dgm:pt>
    <dgm:pt modelId="{477536CD-77A2-464D-8F0A-C7BE09DAC9F5}" type="pres">
      <dgm:prSet presAssocID="{5E28B0BF-1F03-4EA0-889A-D290C3F3D7D7}" presName="parentLin" presStyleCnt="0"/>
      <dgm:spPr/>
    </dgm:pt>
    <dgm:pt modelId="{5C454FCF-56F9-4F7A-A900-88CE1AEF58B1}" type="pres">
      <dgm:prSet presAssocID="{5E28B0BF-1F03-4EA0-889A-D290C3F3D7D7}" presName="parentLeftMargin" presStyleLbl="node1" presStyleIdx="0" presStyleCnt="5"/>
      <dgm:spPr/>
    </dgm:pt>
    <dgm:pt modelId="{44046301-50FE-4941-B051-E67CA49926DA}" type="pres">
      <dgm:prSet presAssocID="{5E28B0BF-1F03-4EA0-889A-D290C3F3D7D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4635BDB-7091-4530-9A1F-0C9875E544B0}" type="pres">
      <dgm:prSet presAssocID="{5E28B0BF-1F03-4EA0-889A-D290C3F3D7D7}" presName="negativeSpace" presStyleCnt="0"/>
      <dgm:spPr/>
    </dgm:pt>
    <dgm:pt modelId="{A7D86034-8708-4FB8-9917-70336B06E2D4}" type="pres">
      <dgm:prSet presAssocID="{5E28B0BF-1F03-4EA0-889A-D290C3F3D7D7}" presName="childText" presStyleLbl="conFgAcc1" presStyleIdx="1" presStyleCnt="5">
        <dgm:presLayoutVars>
          <dgm:bulletEnabled val="1"/>
        </dgm:presLayoutVars>
      </dgm:prSet>
      <dgm:spPr/>
    </dgm:pt>
    <dgm:pt modelId="{726326EE-4474-483D-9C7C-D63EC795BA3B}" type="pres">
      <dgm:prSet presAssocID="{370D28B4-70A3-413C-A3BE-81F3C35EEFC4}" presName="spaceBetweenRectangles" presStyleCnt="0"/>
      <dgm:spPr/>
    </dgm:pt>
    <dgm:pt modelId="{EB9E3B14-7501-4D27-9B4D-C3BE3E66576B}" type="pres">
      <dgm:prSet presAssocID="{46560AB9-EEAE-4E26-8836-F318345E2469}" presName="parentLin" presStyleCnt="0"/>
      <dgm:spPr/>
    </dgm:pt>
    <dgm:pt modelId="{8DB8D59C-AEAD-44DD-991E-360B928F783B}" type="pres">
      <dgm:prSet presAssocID="{46560AB9-EEAE-4E26-8836-F318345E2469}" presName="parentLeftMargin" presStyleLbl="node1" presStyleIdx="1" presStyleCnt="5"/>
      <dgm:spPr/>
    </dgm:pt>
    <dgm:pt modelId="{35832A9B-0DC9-4D47-83BF-3CE0C55C5E77}" type="pres">
      <dgm:prSet presAssocID="{46560AB9-EEAE-4E26-8836-F318345E246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41F76E-82E0-41A5-8CE3-25B9C809C40F}" type="pres">
      <dgm:prSet presAssocID="{46560AB9-EEAE-4E26-8836-F318345E2469}" presName="negativeSpace" presStyleCnt="0"/>
      <dgm:spPr/>
    </dgm:pt>
    <dgm:pt modelId="{FCAA1CD9-E175-40C9-BF31-C5F20520CA24}" type="pres">
      <dgm:prSet presAssocID="{46560AB9-EEAE-4E26-8836-F318345E2469}" presName="childText" presStyleLbl="conFgAcc1" presStyleIdx="2" presStyleCnt="5">
        <dgm:presLayoutVars>
          <dgm:bulletEnabled val="1"/>
        </dgm:presLayoutVars>
      </dgm:prSet>
      <dgm:spPr/>
    </dgm:pt>
    <dgm:pt modelId="{3F5EA6AB-20D4-472A-9B0A-7CD0803526F3}" type="pres">
      <dgm:prSet presAssocID="{F6267DBC-07D0-4254-A1F3-B7B7B65FF6AA}" presName="spaceBetweenRectangles" presStyleCnt="0"/>
      <dgm:spPr/>
    </dgm:pt>
    <dgm:pt modelId="{44E213E0-95D5-45A0-AF82-EFAA37C26ACF}" type="pres">
      <dgm:prSet presAssocID="{ABBF2FBE-706D-4045-82CA-2DFECB499672}" presName="parentLin" presStyleCnt="0"/>
      <dgm:spPr/>
    </dgm:pt>
    <dgm:pt modelId="{E035D036-67ED-4162-B7BC-AF778B83AC8C}" type="pres">
      <dgm:prSet presAssocID="{ABBF2FBE-706D-4045-82CA-2DFECB499672}" presName="parentLeftMargin" presStyleLbl="node1" presStyleIdx="2" presStyleCnt="5"/>
      <dgm:spPr/>
    </dgm:pt>
    <dgm:pt modelId="{D2F9FC68-F2E5-4531-B4B3-3B970BD423C8}" type="pres">
      <dgm:prSet presAssocID="{ABBF2FBE-706D-4045-82CA-2DFECB4996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551ED3-4973-4646-AC47-1BC31A9D0747}" type="pres">
      <dgm:prSet presAssocID="{ABBF2FBE-706D-4045-82CA-2DFECB499672}" presName="negativeSpace" presStyleCnt="0"/>
      <dgm:spPr/>
    </dgm:pt>
    <dgm:pt modelId="{6B1FC605-8B69-47F0-8D0B-04F32A431CAF}" type="pres">
      <dgm:prSet presAssocID="{ABBF2FBE-706D-4045-82CA-2DFECB499672}" presName="childText" presStyleLbl="conFgAcc1" presStyleIdx="3" presStyleCnt="5">
        <dgm:presLayoutVars>
          <dgm:bulletEnabled val="1"/>
        </dgm:presLayoutVars>
      </dgm:prSet>
      <dgm:spPr/>
    </dgm:pt>
    <dgm:pt modelId="{4C27AB47-6525-48DF-AC63-7A68A26D8E9E}" type="pres">
      <dgm:prSet presAssocID="{8CFD0D9C-9DF0-4AF3-B5C1-DBC97CA2137B}" presName="spaceBetweenRectangles" presStyleCnt="0"/>
      <dgm:spPr/>
    </dgm:pt>
    <dgm:pt modelId="{10415B81-140E-4BC6-A6E8-C0B778EBF1B0}" type="pres">
      <dgm:prSet presAssocID="{E74B2739-F6D4-473C-B0B4-EFD1A1AA1404}" presName="parentLin" presStyleCnt="0"/>
      <dgm:spPr/>
    </dgm:pt>
    <dgm:pt modelId="{872B53B7-654F-4523-8DA6-21391113789A}" type="pres">
      <dgm:prSet presAssocID="{E74B2739-F6D4-473C-B0B4-EFD1A1AA1404}" presName="parentLeftMargin" presStyleLbl="node1" presStyleIdx="3" presStyleCnt="5"/>
      <dgm:spPr/>
    </dgm:pt>
    <dgm:pt modelId="{B0E70E81-202B-49CF-A22F-CA991B9687A9}" type="pres">
      <dgm:prSet presAssocID="{E74B2739-F6D4-473C-B0B4-EFD1A1AA140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69E197D-0991-4AF8-824E-4AE0031C3F69}" type="pres">
      <dgm:prSet presAssocID="{E74B2739-F6D4-473C-B0B4-EFD1A1AA1404}" presName="negativeSpace" presStyleCnt="0"/>
      <dgm:spPr/>
    </dgm:pt>
    <dgm:pt modelId="{A3463C27-8C4A-433D-84D2-196D0D4F6FD8}" type="pres">
      <dgm:prSet presAssocID="{E74B2739-F6D4-473C-B0B4-EFD1A1AA140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F601510-D2F0-4683-8C92-26D7596A761D}" srcId="{A5E42C2B-F68C-4BDD-874D-66F98D7815C3}" destId="{ABBF2FBE-706D-4045-82CA-2DFECB499672}" srcOrd="3" destOrd="0" parTransId="{8DCC697E-D578-4B21-BE96-B29A85D78C20}" sibTransId="{8CFD0D9C-9DF0-4AF3-B5C1-DBC97CA2137B}"/>
    <dgm:cxn modelId="{4A049C27-46DD-495C-8444-A5D68CA9BDDD}" type="presOf" srcId="{ABBF2FBE-706D-4045-82CA-2DFECB499672}" destId="{D2F9FC68-F2E5-4531-B4B3-3B970BD423C8}" srcOrd="1" destOrd="0" presId="urn:microsoft.com/office/officeart/2005/8/layout/list1"/>
    <dgm:cxn modelId="{5B35A22E-B427-4BEF-A949-542F8E0772CC}" type="presOf" srcId="{5E28B0BF-1F03-4EA0-889A-D290C3F3D7D7}" destId="{44046301-50FE-4941-B051-E67CA49926DA}" srcOrd="1" destOrd="0" presId="urn:microsoft.com/office/officeart/2005/8/layout/list1"/>
    <dgm:cxn modelId="{F52C0830-2E06-4EAB-93FB-5F20117506B3}" type="presOf" srcId="{A5E42C2B-F68C-4BDD-874D-66F98D7815C3}" destId="{9FC908BC-F5F5-4DBB-8013-E2FCE6F59A76}" srcOrd="0" destOrd="0" presId="urn:microsoft.com/office/officeart/2005/8/layout/list1"/>
    <dgm:cxn modelId="{7178583E-1F82-41BB-8499-28387747C42A}" srcId="{A5E42C2B-F68C-4BDD-874D-66F98D7815C3}" destId="{5E28B0BF-1F03-4EA0-889A-D290C3F3D7D7}" srcOrd="1" destOrd="0" parTransId="{36246356-789A-4E62-A3DA-B117A0DF37B7}" sibTransId="{370D28B4-70A3-413C-A3BE-81F3C35EEFC4}"/>
    <dgm:cxn modelId="{C623C85E-9505-4C5B-9414-6DC0B0067922}" type="presOf" srcId="{E6B62CCB-05B2-4CF4-A4ED-B2E164E6E5D3}" destId="{AFF9B9AE-163D-4512-8C0A-90DA76EE4777}" srcOrd="1" destOrd="0" presId="urn:microsoft.com/office/officeart/2005/8/layout/list1"/>
    <dgm:cxn modelId="{F96BF044-8088-48C5-ABCC-FCBF3A7C5231}" type="presOf" srcId="{46560AB9-EEAE-4E26-8836-F318345E2469}" destId="{8DB8D59C-AEAD-44DD-991E-360B928F783B}" srcOrd="0" destOrd="0" presId="urn:microsoft.com/office/officeart/2005/8/layout/list1"/>
    <dgm:cxn modelId="{9B9B7945-6E5B-4704-BDA8-E6F76F4C62B2}" srcId="{A5E42C2B-F68C-4BDD-874D-66F98D7815C3}" destId="{46560AB9-EEAE-4E26-8836-F318345E2469}" srcOrd="2" destOrd="0" parTransId="{24B5F669-DDA8-4A15-9B97-602F16B8F419}" sibTransId="{F6267DBC-07D0-4254-A1F3-B7B7B65FF6AA}"/>
    <dgm:cxn modelId="{037B7B52-5866-4454-A56E-8429438A4EC2}" type="presOf" srcId="{E74B2739-F6D4-473C-B0B4-EFD1A1AA1404}" destId="{B0E70E81-202B-49CF-A22F-CA991B9687A9}" srcOrd="1" destOrd="0" presId="urn:microsoft.com/office/officeart/2005/8/layout/list1"/>
    <dgm:cxn modelId="{8300BD93-81FA-4471-B2D5-89F8A918DC0D}" type="presOf" srcId="{5E28B0BF-1F03-4EA0-889A-D290C3F3D7D7}" destId="{5C454FCF-56F9-4F7A-A900-88CE1AEF58B1}" srcOrd="0" destOrd="0" presId="urn:microsoft.com/office/officeart/2005/8/layout/list1"/>
    <dgm:cxn modelId="{64F60295-750D-46B8-AA07-287B825C4159}" type="presOf" srcId="{E6B62CCB-05B2-4CF4-A4ED-B2E164E6E5D3}" destId="{CE8D19BC-30FA-4CD8-9862-19F10166F793}" srcOrd="0" destOrd="0" presId="urn:microsoft.com/office/officeart/2005/8/layout/list1"/>
    <dgm:cxn modelId="{9FBB1C99-1348-4010-B8E8-CA11590D0B04}" type="presOf" srcId="{ABBF2FBE-706D-4045-82CA-2DFECB499672}" destId="{E035D036-67ED-4162-B7BC-AF778B83AC8C}" srcOrd="0" destOrd="0" presId="urn:microsoft.com/office/officeart/2005/8/layout/list1"/>
    <dgm:cxn modelId="{135C38A8-74D4-49F5-86F7-07D164C91F08}" srcId="{A5E42C2B-F68C-4BDD-874D-66F98D7815C3}" destId="{E6B62CCB-05B2-4CF4-A4ED-B2E164E6E5D3}" srcOrd="0" destOrd="0" parTransId="{7A798A85-211C-408C-85B6-2B16ECE874E5}" sibTransId="{B0DFA391-2B89-4F98-968A-635C8A6ACF31}"/>
    <dgm:cxn modelId="{33BC1BB4-8BB1-429C-AF6D-91651766F46F}" type="presOf" srcId="{46560AB9-EEAE-4E26-8836-F318345E2469}" destId="{35832A9B-0DC9-4D47-83BF-3CE0C55C5E77}" srcOrd="1" destOrd="0" presId="urn:microsoft.com/office/officeart/2005/8/layout/list1"/>
    <dgm:cxn modelId="{D5C707C7-49ED-4A8A-980C-3EC0303296C0}" srcId="{A5E42C2B-F68C-4BDD-874D-66F98D7815C3}" destId="{E74B2739-F6D4-473C-B0B4-EFD1A1AA1404}" srcOrd="4" destOrd="0" parTransId="{E03650A4-4227-40A4-8A2A-4519023DFF65}" sibTransId="{D186FD27-DFE6-463D-BE3C-066596D69B9F}"/>
    <dgm:cxn modelId="{521E1EE4-FA28-4C47-B25F-CA31992FB94A}" type="presOf" srcId="{E74B2739-F6D4-473C-B0B4-EFD1A1AA1404}" destId="{872B53B7-654F-4523-8DA6-21391113789A}" srcOrd="0" destOrd="0" presId="urn:microsoft.com/office/officeart/2005/8/layout/list1"/>
    <dgm:cxn modelId="{5865DC17-BE0E-4674-9FFD-87579D3DF283}" type="presParOf" srcId="{9FC908BC-F5F5-4DBB-8013-E2FCE6F59A76}" destId="{7676AE95-CF84-4AF6-9DF7-B73E728C650C}" srcOrd="0" destOrd="0" presId="urn:microsoft.com/office/officeart/2005/8/layout/list1"/>
    <dgm:cxn modelId="{FBC8973C-702E-4BF8-B9EB-607E9BDEAE11}" type="presParOf" srcId="{7676AE95-CF84-4AF6-9DF7-B73E728C650C}" destId="{CE8D19BC-30FA-4CD8-9862-19F10166F793}" srcOrd="0" destOrd="0" presId="urn:microsoft.com/office/officeart/2005/8/layout/list1"/>
    <dgm:cxn modelId="{357CC323-BF1D-4A01-989C-A1CB12CDAE2B}" type="presParOf" srcId="{7676AE95-CF84-4AF6-9DF7-B73E728C650C}" destId="{AFF9B9AE-163D-4512-8C0A-90DA76EE4777}" srcOrd="1" destOrd="0" presId="urn:microsoft.com/office/officeart/2005/8/layout/list1"/>
    <dgm:cxn modelId="{F5D19369-889C-4391-B9E4-316D42139819}" type="presParOf" srcId="{9FC908BC-F5F5-4DBB-8013-E2FCE6F59A76}" destId="{0F6E02F3-55A3-4F47-BE9F-2367F0D89055}" srcOrd="1" destOrd="0" presId="urn:microsoft.com/office/officeart/2005/8/layout/list1"/>
    <dgm:cxn modelId="{A52B05B3-2BB5-49C2-B4A5-E068F6EE5C14}" type="presParOf" srcId="{9FC908BC-F5F5-4DBB-8013-E2FCE6F59A76}" destId="{BF20A8ED-D954-4CD9-9CC3-F6E4828F33EC}" srcOrd="2" destOrd="0" presId="urn:microsoft.com/office/officeart/2005/8/layout/list1"/>
    <dgm:cxn modelId="{8CDF2F6F-1D72-410F-BCF5-53A3241927C5}" type="presParOf" srcId="{9FC908BC-F5F5-4DBB-8013-E2FCE6F59A76}" destId="{44C46709-45B3-431C-8D9D-CB84FA80852F}" srcOrd="3" destOrd="0" presId="urn:microsoft.com/office/officeart/2005/8/layout/list1"/>
    <dgm:cxn modelId="{2D6CECE6-C563-401A-B309-3B138F630DD2}" type="presParOf" srcId="{9FC908BC-F5F5-4DBB-8013-E2FCE6F59A76}" destId="{477536CD-77A2-464D-8F0A-C7BE09DAC9F5}" srcOrd="4" destOrd="0" presId="urn:microsoft.com/office/officeart/2005/8/layout/list1"/>
    <dgm:cxn modelId="{B6BC3A4E-096C-486B-8492-DA4960AA83A7}" type="presParOf" srcId="{477536CD-77A2-464D-8F0A-C7BE09DAC9F5}" destId="{5C454FCF-56F9-4F7A-A900-88CE1AEF58B1}" srcOrd="0" destOrd="0" presId="urn:microsoft.com/office/officeart/2005/8/layout/list1"/>
    <dgm:cxn modelId="{F7121254-1E30-4E7A-A47C-6BC66553B668}" type="presParOf" srcId="{477536CD-77A2-464D-8F0A-C7BE09DAC9F5}" destId="{44046301-50FE-4941-B051-E67CA49926DA}" srcOrd="1" destOrd="0" presId="urn:microsoft.com/office/officeart/2005/8/layout/list1"/>
    <dgm:cxn modelId="{8D3F6FE3-B904-4E0D-9350-FB24D57D7F48}" type="presParOf" srcId="{9FC908BC-F5F5-4DBB-8013-E2FCE6F59A76}" destId="{04635BDB-7091-4530-9A1F-0C9875E544B0}" srcOrd="5" destOrd="0" presId="urn:microsoft.com/office/officeart/2005/8/layout/list1"/>
    <dgm:cxn modelId="{226884CF-C5BF-45BB-AF9C-AA20FCB14B26}" type="presParOf" srcId="{9FC908BC-F5F5-4DBB-8013-E2FCE6F59A76}" destId="{A7D86034-8708-4FB8-9917-70336B06E2D4}" srcOrd="6" destOrd="0" presId="urn:microsoft.com/office/officeart/2005/8/layout/list1"/>
    <dgm:cxn modelId="{35CFA86A-0B75-48E9-830F-75B3E4DE46E4}" type="presParOf" srcId="{9FC908BC-F5F5-4DBB-8013-E2FCE6F59A76}" destId="{726326EE-4474-483D-9C7C-D63EC795BA3B}" srcOrd="7" destOrd="0" presId="urn:microsoft.com/office/officeart/2005/8/layout/list1"/>
    <dgm:cxn modelId="{EDCAEBDC-AAA1-40DB-95E7-56F30549BF9F}" type="presParOf" srcId="{9FC908BC-F5F5-4DBB-8013-E2FCE6F59A76}" destId="{EB9E3B14-7501-4D27-9B4D-C3BE3E66576B}" srcOrd="8" destOrd="0" presId="urn:microsoft.com/office/officeart/2005/8/layout/list1"/>
    <dgm:cxn modelId="{17672E65-5CDD-4212-820C-50765B8EA110}" type="presParOf" srcId="{EB9E3B14-7501-4D27-9B4D-C3BE3E66576B}" destId="{8DB8D59C-AEAD-44DD-991E-360B928F783B}" srcOrd="0" destOrd="0" presId="urn:microsoft.com/office/officeart/2005/8/layout/list1"/>
    <dgm:cxn modelId="{C01635D0-F959-4FA8-B5ED-3681D76A29E6}" type="presParOf" srcId="{EB9E3B14-7501-4D27-9B4D-C3BE3E66576B}" destId="{35832A9B-0DC9-4D47-83BF-3CE0C55C5E77}" srcOrd="1" destOrd="0" presId="urn:microsoft.com/office/officeart/2005/8/layout/list1"/>
    <dgm:cxn modelId="{E63D7551-7104-4A4D-94CA-7952934458CF}" type="presParOf" srcId="{9FC908BC-F5F5-4DBB-8013-E2FCE6F59A76}" destId="{0941F76E-82E0-41A5-8CE3-25B9C809C40F}" srcOrd="9" destOrd="0" presId="urn:microsoft.com/office/officeart/2005/8/layout/list1"/>
    <dgm:cxn modelId="{C358869E-B629-4366-A4B3-C41E67D4D5B6}" type="presParOf" srcId="{9FC908BC-F5F5-4DBB-8013-E2FCE6F59A76}" destId="{FCAA1CD9-E175-40C9-BF31-C5F20520CA24}" srcOrd="10" destOrd="0" presId="urn:microsoft.com/office/officeart/2005/8/layout/list1"/>
    <dgm:cxn modelId="{A2E5B57B-3ACC-45A6-A751-28473F2EF64E}" type="presParOf" srcId="{9FC908BC-F5F5-4DBB-8013-E2FCE6F59A76}" destId="{3F5EA6AB-20D4-472A-9B0A-7CD0803526F3}" srcOrd="11" destOrd="0" presId="urn:microsoft.com/office/officeart/2005/8/layout/list1"/>
    <dgm:cxn modelId="{56121888-396D-4A3D-B6EF-BAE06CF1C935}" type="presParOf" srcId="{9FC908BC-F5F5-4DBB-8013-E2FCE6F59A76}" destId="{44E213E0-95D5-45A0-AF82-EFAA37C26ACF}" srcOrd="12" destOrd="0" presId="urn:microsoft.com/office/officeart/2005/8/layout/list1"/>
    <dgm:cxn modelId="{C85AB6C3-C5C7-43D8-9B0C-1C862924DA3C}" type="presParOf" srcId="{44E213E0-95D5-45A0-AF82-EFAA37C26ACF}" destId="{E035D036-67ED-4162-B7BC-AF778B83AC8C}" srcOrd="0" destOrd="0" presId="urn:microsoft.com/office/officeart/2005/8/layout/list1"/>
    <dgm:cxn modelId="{47DE9653-C7F3-492C-A7AF-B4E9701A8544}" type="presParOf" srcId="{44E213E0-95D5-45A0-AF82-EFAA37C26ACF}" destId="{D2F9FC68-F2E5-4531-B4B3-3B970BD423C8}" srcOrd="1" destOrd="0" presId="urn:microsoft.com/office/officeart/2005/8/layout/list1"/>
    <dgm:cxn modelId="{C6713CF0-5742-4DDB-8074-E758002C478F}" type="presParOf" srcId="{9FC908BC-F5F5-4DBB-8013-E2FCE6F59A76}" destId="{43551ED3-4973-4646-AC47-1BC31A9D0747}" srcOrd="13" destOrd="0" presId="urn:microsoft.com/office/officeart/2005/8/layout/list1"/>
    <dgm:cxn modelId="{922F0F92-541C-495E-99EB-A2F9AE6A26A7}" type="presParOf" srcId="{9FC908BC-F5F5-4DBB-8013-E2FCE6F59A76}" destId="{6B1FC605-8B69-47F0-8D0B-04F32A431CAF}" srcOrd="14" destOrd="0" presId="urn:microsoft.com/office/officeart/2005/8/layout/list1"/>
    <dgm:cxn modelId="{3410377C-5FBD-4A4F-9E95-82A010E76A05}" type="presParOf" srcId="{9FC908BC-F5F5-4DBB-8013-E2FCE6F59A76}" destId="{4C27AB47-6525-48DF-AC63-7A68A26D8E9E}" srcOrd="15" destOrd="0" presId="urn:microsoft.com/office/officeart/2005/8/layout/list1"/>
    <dgm:cxn modelId="{40E6C40F-AA51-4E28-837F-78919530DA52}" type="presParOf" srcId="{9FC908BC-F5F5-4DBB-8013-E2FCE6F59A76}" destId="{10415B81-140E-4BC6-A6E8-C0B778EBF1B0}" srcOrd="16" destOrd="0" presId="urn:microsoft.com/office/officeart/2005/8/layout/list1"/>
    <dgm:cxn modelId="{715455D7-059A-4151-897B-DF407B4C7222}" type="presParOf" srcId="{10415B81-140E-4BC6-A6E8-C0B778EBF1B0}" destId="{872B53B7-654F-4523-8DA6-21391113789A}" srcOrd="0" destOrd="0" presId="urn:microsoft.com/office/officeart/2005/8/layout/list1"/>
    <dgm:cxn modelId="{74B1C6CD-F5C0-491D-A9E1-E60C51AA6FA7}" type="presParOf" srcId="{10415B81-140E-4BC6-A6E8-C0B778EBF1B0}" destId="{B0E70E81-202B-49CF-A22F-CA991B9687A9}" srcOrd="1" destOrd="0" presId="urn:microsoft.com/office/officeart/2005/8/layout/list1"/>
    <dgm:cxn modelId="{85D574E1-A530-44C5-B42C-14DF8FFB2891}" type="presParOf" srcId="{9FC908BC-F5F5-4DBB-8013-E2FCE6F59A76}" destId="{F69E197D-0991-4AF8-824E-4AE0031C3F69}" srcOrd="17" destOrd="0" presId="urn:microsoft.com/office/officeart/2005/8/layout/list1"/>
    <dgm:cxn modelId="{34C97348-8763-4753-A962-F6CD5775DBA7}" type="presParOf" srcId="{9FC908BC-F5F5-4DBB-8013-E2FCE6F59A76}" destId="{A3463C27-8C4A-433D-84D2-196D0D4F6FD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E42C2B-F68C-4BDD-874D-66F98D7815C3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BBF2FBE-706D-4045-82CA-2DFECB499672}">
      <dgm:prSet/>
      <dgm:spPr/>
      <dgm:t>
        <a:bodyPr/>
        <a:lstStyle/>
        <a:p>
          <a:r>
            <a:rPr lang="es-MX" dirty="0"/>
            <a:t>Prima Pendiente de dentro del día 1 al 20 </a:t>
          </a:r>
          <a:endParaRPr lang="en-US" dirty="0"/>
        </a:p>
      </dgm:t>
    </dgm:pt>
    <dgm:pt modelId="{8DCC697E-D578-4B21-BE96-B29A85D78C20}" type="parTrans" cxnId="{1F601510-D2F0-4683-8C92-26D7596A761D}">
      <dgm:prSet/>
      <dgm:spPr/>
      <dgm:t>
        <a:bodyPr/>
        <a:lstStyle/>
        <a:p>
          <a:endParaRPr lang="en-US"/>
        </a:p>
      </dgm:t>
    </dgm:pt>
    <dgm:pt modelId="{8CFD0D9C-9DF0-4AF3-B5C1-DBC97CA2137B}" type="sibTrans" cxnId="{1F601510-D2F0-4683-8C92-26D7596A761D}">
      <dgm:prSet/>
      <dgm:spPr/>
      <dgm:t>
        <a:bodyPr/>
        <a:lstStyle/>
        <a:p>
          <a:endParaRPr lang="en-US"/>
        </a:p>
      </dgm:t>
    </dgm:pt>
    <dgm:pt modelId="{D1F64B17-ED9A-4F39-9BDF-05C37C0D1B69}">
      <dgm:prSet/>
      <dgm:spPr/>
      <dgm:t>
        <a:bodyPr/>
        <a:lstStyle/>
        <a:p>
          <a:r>
            <a:rPr lang="es-MX" dirty="0"/>
            <a:t>Prima Pendiente de Pago del día 21 al 27</a:t>
          </a:r>
        </a:p>
      </dgm:t>
    </dgm:pt>
    <dgm:pt modelId="{35BF5620-67FD-4B8B-8AC8-88C4AA738ACC}" type="parTrans" cxnId="{784189AC-EF4F-469A-B87D-4C1805B57389}">
      <dgm:prSet/>
      <dgm:spPr/>
      <dgm:t>
        <a:bodyPr/>
        <a:lstStyle/>
        <a:p>
          <a:endParaRPr lang="es-MX"/>
        </a:p>
      </dgm:t>
    </dgm:pt>
    <dgm:pt modelId="{5C59C2FD-33AD-4C11-B7D4-EC9EE9EAB6E0}" type="sibTrans" cxnId="{784189AC-EF4F-469A-B87D-4C1805B57389}">
      <dgm:prSet/>
      <dgm:spPr/>
      <dgm:t>
        <a:bodyPr/>
        <a:lstStyle/>
        <a:p>
          <a:endParaRPr lang="es-MX"/>
        </a:p>
      </dgm:t>
    </dgm:pt>
    <dgm:pt modelId="{C6860255-B805-4B0E-99AD-A8368D62ADDD}">
      <dgm:prSet/>
      <dgm:spPr/>
      <dgm:t>
        <a:bodyPr/>
        <a:lstStyle/>
        <a:p>
          <a:r>
            <a:rPr lang="es-MX" dirty="0"/>
            <a:t>Canceladas</a:t>
          </a:r>
        </a:p>
      </dgm:t>
    </dgm:pt>
    <dgm:pt modelId="{5D03D580-7B6E-4A28-A050-822D140E69A1}" type="parTrans" cxnId="{B2DA804A-FAE4-420B-AE73-74CB540DFBD1}">
      <dgm:prSet/>
      <dgm:spPr/>
      <dgm:t>
        <a:bodyPr/>
        <a:lstStyle/>
        <a:p>
          <a:endParaRPr lang="es-MX"/>
        </a:p>
      </dgm:t>
    </dgm:pt>
    <dgm:pt modelId="{D313BB36-AD09-4710-A9DF-62EEB64C451B}" type="sibTrans" cxnId="{B2DA804A-FAE4-420B-AE73-74CB540DFBD1}">
      <dgm:prSet/>
      <dgm:spPr/>
      <dgm:t>
        <a:bodyPr/>
        <a:lstStyle/>
        <a:p>
          <a:endParaRPr lang="es-MX"/>
        </a:p>
      </dgm:t>
    </dgm:pt>
    <dgm:pt modelId="{17FFCE08-B81E-4C11-A9DC-80DD54E1B445}">
      <dgm:prSet/>
      <dgm:spPr/>
      <dgm:t>
        <a:bodyPr/>
        <a:lstStyle/>
        <a:p>
          <a:r>
            <a:rPr lang="es-MX" dirty="0"/>
            <a:t>Prima Pendiente de Pago del día 28 al 30</a:t>
          </a:r>
        </a:p>
      </dgm:t>
    </dgm:pt>
    <dgm:pt modelId="{988E3CBB-16F1-4C60-A790-44773DD41C46}" type="parTrans" cxnId="{ACAF3F63-77C7-4A5C-ABCC-779C33047FB5}">
      <dgm:prSet/>
      <dgm:spPr/>
      <dgm:t>
        <a:bodyPr/>
        <a:lstStyle/>
        <a:p>
          <a:endParaRPr lang="es-MX"/>
        </a:p>
      </dgm:t>
    </dgm:pt>
    <dgm:pt modelId="{6CA54BEA-16AD-41D8-B024-E4EF319C4A74}" type="sibTrans" cxnId="{ACAF3F63-77C7-4A5C-ABCC-779C33047FB5}">
      <dgm:prSet/>
      <dgm:spPr/>
      <dgm:t>
        <a:bodyPr/>
        <a:lstStyle/>
        <a:p>
          <a:endParaRPr lang="es-MX"/>
        </a:p>
      </dgm:t>
    </dgm:pt>
    <dgm:pt modelId="{9FC908BC-F5F5-4DBB-8013-E2FCE6F59A76}" type="pres">
      <dgm:prSet presAssocID="{A5E42C2B-F68C-4BDD-874D-66F98D7815C3}" presName="linear" presStyleCnt="0">
        <dgm:presLayoutVars>
          <dgm:dir/>
          <dgm:animLvl val="lvl"/>
          <dgm:resizeHandles val="exact"/>
        </dgm:presLayoutVars>
      </dgm:prSet>
      <dgm:spPr/>
    </dgm:pt>
    <dgm:pt modelId="{44E213E0-95D5-45A0-AF82-EFAA37C26ACF}" type="pres">
      <dgm:prSet presAssocID="{ABBF2FBE-706D-4045-82CA-2DFECB499672}" presName="parentLin" presStyleCnt="0"/>
      <dgm:spPr/>
    </dgm:pt>
    <dgm:pt modelId="{E035D036-67ED-4162-B7BC-AF778B83AC8C}" type="pres">
      <dgm:prSet presAssocID="{ABBF2FBE-706D-4045-82CA-2DFECB499672}" presName="parentLeftMargin" presStyleLbl="node1" presStyleIdx="0" presStyleCnt="4"/>
      <dgm:spPr/>
    </dgm:pt>
    <dgm:pt modelId="{D2F9FC68-F2E5-4531-B4B3-3B970BD423C8}" type="pres">
      <dgm:prSet presAssocID="{ABBF2FBE-706D-4045-82CA-2DFECB4996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551ED3-4973-4646-AC47-1BC31A9D0747}" type="pres">
      <dgm:prSet presAssocID="{ABBF2FBE-706D-4045-82CA-2DFECB499672}" presName="negativeSpace" presStyleCnt="0"/>
      <dgm:spPr/>
    </dgm:pt>
    <dgm:pt modelId="{6B1FC605-8B69-47F0-8D0B-04F32A431CAF}" type="pres">
      <dgm:prSet presAssocID="{ABBF2FBE-706D-4045-82CA-2DFECB499672}" presName="childText" presStyleLbl="conFgAcc1" presStyleIdx="0" presStyleCnt="4">
        <dgm:presLayoutVars>
          <dgm:bulletEnabled val="1"/>
        </dgm:presLayoutVars>
      </dgm:prSet>
      <dgm:spPr/>
    </dgm:pt>
    <dgm:pt modelId="{4C27AB47-6525-48DF-AC63-7A68A26D8E9E}" type="pres">
      <dgm:prSet presAssocID="{8CFD0D9C-9DF0-4AF3-B5C1-DBC97CA2137B}" presName="spaceBetweenRectangles" presStyleCnt="0"/>
      <dgm:spPr/>
    </dgm:pt>
    <dgm:pt modelId="{2778B325-5D85-445B-86A3-EED725170BD0}" type="pres">
      <dgm:prSet presAssocID="{D1F64B17-ED9A-4F39-9BDF-05C37C0D1B69}" presName="parentLin" presStyleCnt="0"/>
      <dgm:spPr/>
    </dgm:pt>
    <dgm:pt modelId="{B56FDABD-5D1E-4A62-B280-6C7D51B7568C}" type="pres">
      <dgm:prSet presAssocID="{D1F64B17-ED9A-4F39-9BDF-05C37C0D1B69}" presName="parentLeftMargin" presStyleLbl="node1" presStyleIdx="0" presStyleCnt="4"/>
      <dgm:spPr/>
    </dgm:pt>
    <dgm:pt modelId="{133C2393-605E-429D-B386-6514F055BF55}" type="pres">
      <dgm:prSet presAssocID="{D1F64B17-ED9A-4F39-9BDF-05C37C0D1B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5FD96B-F671-4374-9607-A39F7DB52B37}" type="pres">
      <dgm:prSet presAssocID="{D1F64B17-ED9A-4F39-9BDF-05C37C0D1B69}" presName="negativeSpace" presStyleCnt="0"/>
      <dgm:spPr/>
    </dgm:pt>
    <dgm:pt modelId="{988018E1-13DE-455D-B13E-9F58F40A21FE}" type="pres">
      <dgm:prSet presAssocID="{D1F64B17-ED9A-4F39-9BDF-05C37C0D1B69}" presName="childText" presStyleLbl="conFgAcc1" presStyleIdx="1" presStyleCnt="4">
        <dgm:presLayoutVars>
          <dgm:bulletEnabled val="1"/>
        </dgm:presLayoutVars>
      </dgm:prSet>
      <dgm:spPr/>
    </dgm:pt>
    <dgm:pt modelId="{8790C235-1EBB-4AAE-B55A-E60803ADC14A}" type="pres">
      <dgm:prSet presAssocID="{5C59C2FD-33AD-4C11-B7D4-EC9EE9EAB6E0}" presName="spaceBetweenRectangles" presStyleCnt="0"/>
      <dgm:spPr/>
    </dgm:pt>
    <dgm:pt modelId="{41FD1830-0EA4-4CC6-9E8D-20BF57017973}" type="pres">
      <dgm:prSet presAssocID="{17FFCE08-B81E-4C11-A9DC-80DD54E1B445}" presName="parentLin" presStyleCnt="0"/>
      <dgm:spPr/>
    </dgm:pt>
    <dgm:pt modelId="{3561581E-FEEA-418E-B6FB-6E7806B94531}" type="pres">
      <dgm:prSet presAssocID="{17FFCE08-B81E-4C11-A9DC-80DD54E1B445}" presName="parentLeftMargin" presStyleLbl="node1" presStyleIdx="1" presStyleCnt="4"/>
      <dgm:spPr/>
    </dgm:pt>
    <dgm:pt modelId="{BDF276A6-B146-4C30-B067-8C568AAB2E3A}" type="pres">
      <dgm:prSet presAssocID="{17FFCE08-B81E-4C11-A9DC-80DD54E1B4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2AD107-71E6-4FDB-9A4E-043808C46E9E}" type="pres">
      <dgm:prSet presAssocID="{17FFCE08-B81E-4C11-A9DC-80DD54E1B445}" presName="negativeSpace" presStyleCnt="0"/>
      <dgm:spPr/>
    </dgm:pt>
    <dgm:pt modelId="{3B5283D5-F908-4B39-A573-696DD2655573}" type="pres">
      <dgm:prSet presAssocID="{17FFCE08-B81E-4C11-A9DC-80DD54E1B445}" presName="childText" presStyleLbl="conFgAcc1" presStyleIdx="2" presStyleCnt="4">
        <dgm:presLayoutVars>
          <dgm:bulletEnabled val="1"/>
        </dgm:presLayoutVars>
      </dgm:prSet>
      <dgm:spPr/>
    </dgm:pt>
    <dgm:pt modelId="{614C23FB-F0DE-4871-B380-19A76233F23B}" type="pres">
      <dgm:prSet presAssocID="{6CA54BEA-16AD-41D8-B024-E4EF319C4A74}" presName="spaceBetweenRectangles" presStyleCnt="0"/>
      <dgm:spPr/>
    </dgm:pt>
    <dgm:pt modelId="{6796D1DC-57A6-49D9-BE55-CC0EE9717631}" type="pres">
      <dgm:prSet presAssocID="{C6860255-B805-4B0E-99AD-A8368D62ADDD}" presName="parentLin" presStyleCnt="0"/>
      <dgm:spPr/>
    </dgm:pt>
    <dgm:pt modelId="{6F10CE0C-865A-4B01-8586-1B0E1025776B}" type="pres">
      <dgm:prSet presAssocID="{C6860255-B805-4B0E-99AD-A8368D62ADDD}" presName="parentLeftMargin" presStyleLbl="node1" presStyleIdx="2" presStyleCnt="4"/>
      <dgm:spPr/>
    </dgm:pt>
    <dgm:pt modelId="{30E17EA5-7225-4869-90DD-A18E56315A39}" type="pres">
      <dgm:prSet presAssocID="{C6860255-B805-4B0E-99AD-A8368D62ADD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2271F38-075E-4A9B-B955-EE797694E94C}" type="pres">
      <dgm:prSet presAssocID="{C6860255-B805-4B0E-99AD-A8368D62ADDD}" presName="negativeSpace" presStyleCnt="0"/>
      <dgm:spPr/>
    </dgm:pt>
    <dgm:pt modelId="{4FC31D50-EA4D-4029-AAE3-4D1509892B51}" type="pres">
      <dgm:prSet presAssocID="{C6860255-B805-4B0E-99AD-A8368D62ADD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F601510-D2F0-4683-8C92-26D7596A761D}" srcId="{A5E42C2B-F68C-4BDD-874D-66F98D7815C3}" destId="{ABBF2FBE-706D-4045-82CA-2DFECB499672}" srcOrd="0" destOrd="0" parTransId="{8DCC697E-D578-4B21-BE96-B29A85D78C20}" sibTransId="{8CFD0D9C-9DF0-4AF3-B5C1-DBC97CA2137B}"/>
    <dgm:cxn modelId="{4A049C27-46DD-495C-8444-A5D68CA9BDDD}" type="presOf" srcId="{ABBF2FBE-706D-4045-82CA-2DFECB499672}" destId="{D2F9FC68-F2E5-4531-B4B3-3B970BD423C8}" srcOrd="1" destOrd="0" presId="urn:microsoft.com/office/officeart/2005/8/layout/list1"/>
    <dgm:cxn modelId="{F52C0830-2E06-4EAB-93FB-5F20117506B3}" type="presOf" srcId="{A5E42C2B-F68C-4BDD-874D-66F98D7815C3}" destId="{9FC908BC-F5F5-4DBB-8013-E2FCE6F59A76}" srcOrd="0" destOrd="0" presId="urn:microsoft.com/office/officeart/2005/8/layout/list1"/>
    <dgm:cxn modelId="{ACAF3F63-77C7-4A5C-ABCC-779C33047FB5}" srcId="{A5E42C2B-F68C-4BDD-874D-66F98D7815C3}" destId="{17FFCE08-B81E-4C11-A9DC-80DD54E1B445}" srcOrd="2" destOrd="0" parTransId="{988E3CBB-16F1-4C60-A790-44773DD41C46}" sibTransId="{6CA54BEA-16AD-41D8-B024-E4EF319C4A74}"/>
    <dgm:cxn modelId="{B2DA804A-FAE4-420B-AE73-74CB540DFBD1}" srcId="{A5E42C2B-F68C-4BDD-874D-66F98D7815C3}" destId="{C6860255-B805-4B0E-99AD-A8368D62ADDD}" srcOrd="3" destOrd="0" parTransId="{5D03D580-7B6E-4A28-A050-822D140E69A1}" sibTransId="{D313BB36-AD09-4710-A9DF-62EEB64C451B}"/>
    <dgm:cxn modelId="{AFC5E170-51B6-407D-843F-C31A53DF8290}" type="presOf" srcId="{C6860255-B805-4B0E-99AD-A8368D62ADDD}" destId="{6F10CE0C-865A-4B01-8586-1B0E1025776B}" srcOrd="0" destOrd="0" presId="urn:microsoft.com/office/officeart/2005/8/layout/list1"/>
    <dgm:cxn modelId="{451EA659-5C9B-4A16-952D-83860CFD6E63}" type="presOf" srcId="{C6860255-B805-4B0E-99AD-A8368D62ADDD}" destId="{30E17EA5-7225-4869-90DD-A18E56315A39}" srcOrd="1" destOrd="0" presId="urn:microsoft.com/office/officeart/2005/8/layout/list1"/>
    <dgm:cxn modelId="{DA5B318D-054E-41A4-B300-F7D09413C572}" type="presOf" srcId="{D1F64B17-ED9A-4F39-9BDF-05C37C0D1B69}" destId="{133C2393-605E-429D-B386-6514F055BF55}" srcOrd="1" destOrd="0" presId="urn:microsoft.com/office/officeart/2005/8/layout/list1"/>
    <dgm:cxn modelId="{9FBB1C99-1348-4010-B8E8-CA11590D0B04}" type="presOf" srcId="{ABBF2FBE-706D-4045-82CA-2DFECB499672}" destId="{E035D036-67ED-4162-B7BC-AF778B83AC8C}" srcOrd="0" destOrd="0" presId="urn:microsoft.com/office/officeart/2005/8/layout/list1"/>
    <dgm:cxn modelId="{BE3C16AB-02B9-4C9C-A5A5-B90A2F6E542B}" type="presOf" srcId="{17FFCE08-B81E-4C11-A9DC-80DD54E1B445}" destId="{3561581E-FEEA-418E-B6FB-6E7806B94531}" srcOrd="0" destOrd="0" presId="urn:microsoft.com/office/officeart/2005/8/layout/list1"/>
    <dgm:cxn modelId="{784189AC-EF4F-469A-B87D-4C1805B57389}" srcId="{A5E42C2B-F68C-4BDD-874D-66F98D7815C3}" destId="{D1F64B17-ED9A-4F39-9BDF-05C37C0D1B69}" srcOrd="1" destOrd="0" parTransId="{35BF5620-67FD-4B8B-8AC8-88C4AA738ACC}" sibTransId="{5C59C2FD-33AD-4C11-B7D4-EC9EE9EAB6E0}"/>
    <dgm:cxn modelId="{19CB88C4-3766-4764-8FB1-952CC7130779}" type="presOf" srcId="{D1F64B17-ED9A-4F39-9BDF-05C37C0D1B69}" destId="{B56FDABD-5D1E-4A62-B280-6C7D51B7568C}" srcOrd="0" destOrd="0" presId="urn:microsoft.com/office/officeart/2005/8/layout/list1"/>
    <dgm:cxn modelId="{34E41DF7-7E57-4347-B478-B903D8AA6BBB}" type="presOf" srcId="{17FFCE08-B81E-4C11-A9DC-80DD54E1B445}" destId="{BDF276A6-B146-4C30-B067-8C568AAB2E3A}" srcOrd="1" destOrd="0" presId="urn:microsoft.com/office/officeart/2005/8/layout/list1"/>
    <dgm:cxn modelId="{56121888-396D-4A3D-B6EF-BAE06CF1C935}" type="presParOf" srcId="{9FC908BC-F5F5-4DBB-8013-E2FCE6F59A76}" destId="{44E213E0-95D5-45A0-AF82-EFAA37C26ACF}" srcOrd="0" destOrd="0" presId="urn:microsoft.com/office/officeart/2005/8/layout/list1"/>
    <dgm:cxn modelId="{C85AB6C3-C5C7-43D8-9B0C-1C862924DA3C}" type="presParOf" srcId="{44E213E0-95D5-45A0-AF82-EFAA37C26ACF}" destId="{E035D036-67ED-4162-B7BC-AF778B83AC8C}" srcOrd="0" destOrd="0" presId="urn:microsoft.com/office/officeart/2005/8/layout/list1"/>
    <dgm:cxn modelId="{47DE9653-C7F3-492C-A7AF-B4E9701A8544}" type="presParOf" srcId="{44E213E0-95D5-45A0-AF82-EFAA37C26ACF}" destId="{D2F9FC68-F2E5-4531-B4B3-3B970BD423C8}" srcOrd="1" destOrd="0" presId="urn:microsoft.com/office/officeart/2005/8/layout/list1"/>
    <dgm:cxn modelId="{C6713CF0-5742-4DDB-8074-E758002C478F}" type="presParOf" srcId="{9FC908BC-F5F5-4DBB-8013-E2FCE6F59A76}" destId="{43551ED3-4973-4646-AC47-1BC31A9D0747}" srcOrd="1" destOrd="0" presId="urn:microsoft.com/office/officeart/2005/8/layout/list1"/>
    <dgm:cxn modelId="{922F0F92-541C-495E-99EB-A2F9AE6A26A7}" type="presParOf" srcId="{9FC908BC-F5F5-4DBB-8013-E2FCE6F59A76}" destId="{6B1FC605-8B69-47F0-8D0B-04F32A431CAF}" srcOrd="2" destOrd="0" presId="urn:microsoft.com/office/officeart/2005/8/layout/list1"/>
    <dgm:cxn modelId="{3410377C-5FBD-4A4F-9E95-82A010E76A05}" type="presParOf" srcId="{9FC908BC-F5F5-4DBB-8013-E2FCE6F59A76}" destId="{4C27AB47-6525-48DF-AC63-7A68A26D8E9E}" srcOrd="3" destOrd="0" presId="urn:microsoft.com/office/officeart/2005/8/layout/list1"/>
    <dgm:cxn modelId="{9715E9AC-3B81-4EDC-AB67-8EF95EE75EFF}" type="presParOf" srcId="{9FC908BC-F5F5-4DBB-8013-E2FCE6F59A76}" destId="{2778B325-5D85-445B-86A3-EED725170BD0}" srcOrd="4" destOrd="0" presId="urn:microsoft.com/office/officeart/2005/8/layout/list1"/>
    <dgm:cxn modelId="{414D558C-E673-4FE3-ABCE-A88597762478}" type="presParOf" srcId="{2778B325-5D85-445B-86A3-EED725170BD0}" destId="{B56FDABD-5D1E-4A62-B280-6C7D51B7568C}" srcOrd="0" destOrd="0" presId="urn:microsoft.com/office/officeart/2005/8/layout/list1"/>
    <dgm:cxn modelId="{440FEFDD-501F-4514-A256-E7127081E2E8}" type="presParOf" srcId="{2778B325-5D85-445B-86A3-EED725170BD0}" destId="{133C2393-605E-429D-B386-6514F055BF55}" srcOrd="1" destOrd="0" presId="urn:microsoft.com/office/officeart/2005/8/layout/list1"/>
    <dgm:cxn modelId="{F1C9F167-25E3-4E5F-A161-3C900ED2311A}" type="presParOf" srcId="{9FC908BC-F5F5-4DBB-8013-E2FCE6F59A76}" destId="{085FD96B-F671-4374-9607-A39F7DB52B37}" srcOrd="5" destOrd="0" presId="urn:microsoft.com/office/officeart/2005/8/layout/list1"/>
    <dgm:cxn modelId="{BB1DB623-61D9-4687-BCD7-C087F84D6D98}" type="presParOf" srcId="{9FC908BC-F5F5-4DBB-8013-E2FCE6F59A76}" destId="{988018E1-13DE-455D-B13E-9F58F40A21FE}" srcOrd="6" destOrd="0" presId="urn:microsoft.com/office/officeart/2005/8/layout/list1"/>
    <dgm:cxn modelId="{19F9E403-3A36-4434-914F-551989041AEA}" type="presParOf" srcId="{9FC908BC-F5F5-4DBB-8013-E2FCE6F59A76}" destId="{8790C235-1EBB-4AAE-B55A-E60803ADC14A}" srcOrd="7" destOrd="0" presId="urn:microsoft.com/office/officeart/2005/8/layout/list1"/>
    <dgm:cxn modelId="{D8E225C0-ADA8-40B7-A506-8D330EE3E2A4}" type="presParOf" srcId="{9FC908BC-F5F5-4DBB-8013-E2FCE6F59A76}" destId="{41FD1830-0EA4-4CC6-9E8D-20BF57017973}" srcOrd="8" destOrd="0" presId="urn:microsoft.com/office/officeart/2005/8/layout/list1"/>
    <dgm:cxn modelId="{6E8A79AB-1FC5-407F-B43D-F691EFA631F4}" type="presParOf" srcId="{41FD1830-0EA4-4CC6-9E8D-20BF57017973}" destId="{3561581E-FEEA-418E-B6FB-6E7806B94531}" srcOrd="0" destOrd="0" presId="urn:microsoft.com/office/officeart/2005/8/layout/list1"/>
    <dgm:cxn modelId="{D6994D28-BD06-4827-8A35-61FF00BB4600}" type="presParOf" srcId="{41FD1830-0EA4-4CC6-9E8D-20BF57017973}" destId="{BDF276A6-B146-4C30-B067-8C568AAB2E3A}" srcOrd="1" destOrd="0" presId="urn:microsoft.com/office/officeart/2005/8/layout/list1"/>
    <dgm:cxn modelId="{592D06A4-5CF3-487F-866C-95F4810C1515}" type="presParOf" srcId="{9FC908BC-F5F5-4DBB-8013-E2FCE6F59A76}" destId="{E22AD107-71E6-4FDB-9A4E-043808C46E9E}" srcOrd="9" destOrd="0" presId="urn:microsoft.com/office/officeart/2005/8/layout/list1"/>
    <dgm:cxn modelId="{D7CA5F1C-AAA9-4A7E-81EE-B1E09C20A4F3}" type="presParOf" srcId="{9FC908BC-F5F5-4DBB-8013-E2FCE6F59A76}" destId="{3B5283D5-F908-4B39-A573-696DD2655573}" srcOrd="10" destOrd="0" presId="urn:microsoft.com/office/officeart/2005/8/layout/list1"/>
    <dgm:cxn modelId="{4DA99763-AD97-44D2-A6FC-5BF059F59E98}" type="presParOf" srcId="{9FC908BC-F5F5-4DBB-8013-E2FCE6F59A76}" destId="{614C23FB-F0DE-4871-B380-19A76233F23B}" srcOrd="11" destOrd="0" presId="urn:microsoft.com/office/officeart/2005/8/layout/list1"/>
    <dgm:cxn modelId="{9777B896-1369-47F2-875E-C9D0115AE224}" type="presParOf" srcId="{9FC908BC-F5F5-4DBB-8013-E2FCE6F59A76}" destId="{6796D1DC-57A6-49D9-BE55-CC0EE9717631}" srcOrd="12" destOrd="0" presId="urn:microsoft.com/office/officeart/2005/8/layout/list1"/>
    <dgm:cxn modelId="{7BF2C043-8809-4FB0-BD57-77E1BEFCDB50}" type="presParOf" srcId="{6796D1DC-57A6-49D9-BE55-CC0EE9717631}" destId="{6F10CE0C-865A-4B01-8586-1B0E1025776B}" srcOrd="0" destOrd="0" presId="urn:microsoft.com/office/officeart/2005/8/layout/list1"/>
    <dgm:cxn modelId="{9E6B9AF0-F955-4F6E-8164-A6D2C2A99216}" type="presParOf" srcId="{6796D1DC-57A6-49D9-BE55-CC0EE9717631}" destId="{30E17EA5-7225-4869-90DD-A18E56315A39}" srcOrd="1" destOrd="0" presId="urn:microsoft.com/office/officeart/2005/8/layout/list1"/>
    <dgm:cxn modelId="{15F3B615-D9C2-49C7-9B6A-F2D16747350B}" type="presParOf" srcId="{9FC908BC-F5F5-4DBB-8013-E2FCE6F59A76}" destId="{82271F38-075E-4A9B-B955-EE797694E94C}" srcOrd="13" destOrd="0" presId="urn:microsoft.com/office/officeart/2005/8/layout/list1"/>
    <dgm:cxn modelId="{39A2543E-9CC5-4173-ACFA-39384E0E0217}" type="presParOf" srcId="{9FC908BC-F5F5-4DBB-8013-E2FCE6F59A76}" destId="{4FC31D50-EA4D-4029-AAE3-4D1509892B5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E42C2B-F68C-4BDD-874D-66F98D7815C3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BBF2FBE-706D-4045-82CA-2DFECB499672}">
      <dgm:prSet/>
      <dgm:spPr/>
      <dgm:t>
        <a:bodyPr/>
        <a:lstStyle/>
        <a:p>
          <a:r>
            <a:rPr lang="es-MX" dirty="0"/>
            <a:t>Pólizas por Renovar -30 días antes de que inicie la vigencia</a:t>
          </a:r>
          <a:endParaRPr lang="en-US" dirty="0"/>
        </a:p>
      </dgm:t>
    </dgm:pt>
    <dgm:pt modelId="{8DCC697E-D578-4B21-BE96-B29A85D78C20}" type="parTrans" cxnId="{1F601510-D2F0-4683-8C92-26D7596A761D}">
      <dgm:prSet/>
      <dgm:spPr/>
      <dgm:t>
        <a:bodyPr/>
        <a:lstStyle/>
        <a:p>
          <a:endParaRPr lang="en-US"/>
        </a:p>
      </dgm:t>
    </dgm:pt>
    <dgm:pt modelId="{8CFD0D9C-9DF0-4AF3-B5C1-DBC97CA2137B}" type="sibTrans" cxnId="{1F601510-D2F0-4683-8C92-26D7596A761D}">
      <dgm:prSet/>
      <dgm:spPr/>
      <dgm:t>
        <a:bodyPr/>
        <a:lstStyle/>
        <a:p>
          <a:endParaRPr lang="en-US"/>
        </a:p>
      </dgm:t>
    </dgm:pt>
    <dgm:pt modelId="{D1F64B17-ED9A-4F39-9BDF-05C37C0D1B69}">
      <dgm:prSet/>
      <dgm:spPr/>
      <dgm:t>
        <a:bodyPr/>
        <a:lstStyle/>
        <a:p>
          <a:r>
            <a:rPr lang="es-MX" dirty="0"/>
            <a:t>Prima Pagada de Renovación </a:t>
          </a:r>
        </a:p>
      </dgm:t>
    </dgm:pt>
    <dgm:pt modelId="{35BF5620-67FD-4B8B-8AC8-88C4AA738ACC}" type="parTrans" cxnId="{784189AC-EF4F-469A-B87D-4C1805B57389}">
      <dgm:prSet/>
      <dgm:spPr/>
      <dgm:t>
        <a:bodyPr/>
        <a:lstStyle/>
        <a:p>
          <a:endParaRPr lang="es-MX"/>
        </a:p>
      </dgm:t>
    </dgm:pt>
    <dgm:pt modelId="{5C59C2FD-33AD-4C11-B7D4-EC9EE9EAB6E0}" type="sibTrans" cxnId="{784189AC-EF4F-469A-B87D-4C1805B57389}">
      <dgm:prSet/>
      <dgm:spPr/>
      <dgm:t>
        <a:bodyPr/>
        <a:lstStyle/>
        <a:p>
          <a:endParaRPr lang="es-MX"/>
        </a:p>
      </dgm:t>
    </dgm:pt>
    <dgm:pt modelId="{C6860255-B805-4B0E-99AD-A8368D62ADDD}">
      <dgm:prSet/>
      <dgm:spPr/>
      <dgm:t>
        <a:bodyPr/>
        <a:lstStyle/>
        <a:p>
          <a:r>
            <a:rPr lang="es-MX" dirty="0"/>
            <a:t>Canceladas de </a:t>
          </a:r>
          <a:r>
            <a:rPr lang="es-MX" dirty="0" err="1"/>
            <a:t>Renovacion</a:t>
          </a:r>
          <a:endParaRPr lang="es-MX" dirty="0"/>
        </a:p>
      </dgm:t>
    </dgm:pt>
    <dgm:pt modelId="{5D03D580-7B6E-4A28-A050-822D140E69A1}" type="parTrans" cxnId="{B2DA804A-FAE4-420B-AE73-74CB540DFBD1}">
      <dgm:prSet/>
      <dgm:spPr/>
      <dgm:t>
        <a:bodyPr/>
        <a:lstStyle/>
        <a:p>
          <a:endParaRPr lang="es-MX"/>
        </a:p>
      </dgm:t>
    </dgm:pt>
    <dgm:pt modelId="{D313BB36-AD09-4710-A9DF-62EEB64C451B}" type="sibTrans" cxnId="{B2DA804A-FAE4-420B-AE73-74CB540DFBD1}">
      <dgm:prSet/>
      <dgm:spPr/>
      <dgm:t>
        <a:bodyPr/>
        <a:lstStyle/>
        <a:p>
          <a:endParaRPr lang="es-MX"/>
        </a:p>
      </dgm:t>
    </dgm:pt>
    <dgm:pt modelId="{17FFCE08-B81E-4C11-A9DC-80DD54E1B445}">
      <dgm:prSet/>
      <dgm:spPr/>
      <dgm:t>
        <a:bodyPr/>
        <a:lstStyle/>
        <a:p>
          <a:r>
            <a:rPr lang="es-MX" dirty="0"/>
            <a:t>Prima Pendiente de Renovación </a:t>
          </a:r>
        </a:p>
      </dgm:t>
    </dgm:pt>
    <dgm:pt modelId="{988E3CBB-16F1-4C60-A790-44773DD41C46}" type="parTrans" cxnId="{ACAF3F63-77C7-4A5C-ABCC-779C33047FB5}">
      <dgm:prSet/>
      <dgm:spPr/>
      <dgm:t>
        <a:bodyPr/>
        <a:lstStyle/>
        <a:p>
          <a:endParaRPr lang="es-MX"/>
        </a:p>
      </dgm:t>
    </dgm:pt>
    <dgm:pt modelId="{6CA54BEA-16AD-41D8-B024-E4EF319C4A74}" type="sibTrans" cxnId="{ACAF3F63-77C7-4A5C-ABCC-779C33047FB5}">
      <dgm:prSet/>
      <dgm:spPr/>
      <dgm:t>
        <a:bodyPr/>
        <a:lstStyle/>
        <a:p>
          <a:endParaRPr lang="es-MX"/>
        </a:p>
      </dgm:t>
    </dgm:pt>
    <dgm:pt modelId="{9FC908BC-F5F5-4DBB-8013-E2FCE6F59A76}" type="pres">
      <dgm:prSet presAssocID="{A5E42C2B-F68C-4BDD-874D-66F98D7815C3}" presName="linear" presStyleCnt="0">
        <dgm:presLayoutVars>
          <dgm:dir/>
          <dgm:animLvl val="lvl"/>
          <dgm:resizeHandles val="exact"/>
        </dgm:presLayoutVars>
      </dgm:prSet>
      <dgm:spPr/>
    </dgm:pt>
    <dgm:pt modelId="{44E213E0-95D5-45A0-AF82-EFAA37C26ACF}" type="pres">
      <dgm:prSet presAssocID="{ABBF2FBE-706D-4045-82CA-2DFECB499672}" presName="parentLin" presStyleCnt="0"/>
      <dgm:spPr/>
    </dgm:pt>
    <dgm:pt modelId="{E035D036-67ED-4162-B7BC-AF778B83AC8C}" type="pres">
      <dgm:prSet presAssocID="{ABBF2FBE-706D-4045-82CA-2DFECB499672}" presName="parentLeftMargin" presStyleLbl="node1" presStyleIdx="0" presStyleCnt="4"/>
      <dgm:spPr/>
    </dgm:pt>
    <dgm:pt modelId="{D2F9FC68-F2E5-4531-B4B3-3B970BD423C8}" type="pres">
      <dgm:prSet presAssocID="{ABBF2FBE-706D-4045-82CA-2DFECB4996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551ED3-4973-4646-AC47-1BC31A9D0747}" type="pres">
      <dgm:prSet presAssocID="{ABBF2FBE-706D-4045-82CA-2DFECB499672}" presName="negativeSpace" presStyleCnt="0"/>
      <dgm:spPr/>
    </dgm:pt>
    <dgm:pt modelId="{6B1FC605-8B69-47F0-8D0B-04F32A431CAF}" type="pres">
      <dgm:prSet presAssocID="{ABBF2FBE-706D-4045-82CA-2DFECB499672}" presName="childText" presStyleLbl="conFgAcc1" presStyleIdx="0" presStyleCnt="4">
        <dgm:presLayoutVars>
          <dgm:bulletEnabled val="1"/>
        </dgm:presLayoutVars>
      </dgm:prSet>
      <dgm:spPr/>
    </dgm:pt>
    <dgm:pt modelId="{4C27AB47-6525-48DF-AC63-7A68A26D8E9E}" type="pres">
      <dgm:prSet presAssocID="{8CFD0D9C-9DF0-4AF3-B5C1-DBC97CA2137B}" presName="spaceBetweenRectangles" presStyleCnt="0"/>
      <dgm:spPr/>
    </dgm:pt>
    <dgm:pt modelId="{2778B325-5D85-445B-86A3-EED725170BD0}" type="pres">
      <dgm:prSet presAssocID="{D1F64B17-ED9A-4F39-9BDF-05C37C0D1B69}" presName="parentLin" presStyleCnt="0"/>
      <dgm:spPr/>
    </dgm:pt>
    <dgm:pt modelId="{B56FDABD-5D1E-4A62-B280-6C7D51B7568C}" type="pres">
      <dgm:prSet presAssocID="{D1F64B17-ED9A-4F39-9BDF-05C37C0D1B69}" presName="parentLeftMargin" presStyleLbl="node1" presStyleIdx="0" presStyleCnt="4"/>
      <dgm:spPr/>
    </dgm:pt>
    <dgm:pt modelId="{133C2393-605E-429D-B386-6514F055BF55}" type="pres">
      <dgm:prSet presAssocID="{D1F64B17-ED9A-4F39-9BDF-05C37C0D1B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5FD96B-F671-4374-9607-A39F7DB52B37}" type="pres">
      <dgm:prSet presAssocID="{D1F64B17-ED9A-4F39-9BDF-05C37C0D1B69}" presName="negativeSpace" presStyleCnt="0"/>
      <dgm:spPr/>
    </dgm:pt>
    <dgm:pt modelId="{988018E1-13DE-455D-B13E-9F58F40A21FE}" type="pres">
      <dgm:prSet presAssocID="{D1F64B17-ED9A-4F39-9BDF-05C37C0D1B69}" presName="childText" presStyleLbl="conFgAcc1" presStyleIdx="1" presStyleCnt="4">
        <dgm:presLayoutVars>
          <dgm:bulletEnabled val="1"/>
        </dgm:presLayoutVars>
      </dgm:prSet>
      <dgm:spPr/>
    </dgm:pt>
    <dgm:pt modelId="{8790C235-1EBB-4AAE-B55A-E60803ADC14A}" type="pres">
      <dgm:prSet presAssocID="{5C59C2FD-33AD-4C11-B7D4-EC9EE9EAB6E0}" presName="spaceBetweenRectangles" presStyleCnt="0"/>
      <dgm:spPr/>
    </dgm:pt>
    <dgm:pt modelId="{41FD1830-0EA4-4CC6-9E8D-20BF57017973}" type="pres">
      <dgm:prSet presAssocID="{17FFCE08-B81E-4C11-A9DC-80DD54E1B445}" presName="parentLin" presStyleCnt="0"/>
      <dgm:spPr/>
    </dgm:pt>
    <dgm:pt modelId="{3561581E-FEEA-418E-B6FB-6E7806B94531}" type="pres">
      <dgm:prSet presAssocID="{17FFCE08-B81E-4C11-A9DC-80DD54E1B445}" presName="parentLeftMargin" presStyleLbl="node1" presStyleIdx="1" presStyleCnt="4"/>
      <dgm:spPr/>
    </dgm:pt>
    <dgm:pt modelId="{BDF276A6-B146-4C30-B067-8C568AAB2E3A}" type="pres">
      <dgm:prSet presAssocID="{17FFCE08-B81E-4C11-A9DC-80DD54E1B4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2AD107-71E6-4FDB-9A4E-043808C46E9E}" type="pres">
      <dgm:prSet presAssocID="{17FFCE08-B81E-4C11-A9DC-80DD54E1B445}" presName="negativeSpace" presStyleCnt="0"/>
      <dgm:spPr/>
    </dgm:pt>
    <dgm:pt modelId="{3B5283D5-F908-4B39-A573-696DD2655573}" type="pres">
      <dgm:prSet presAssocID="{17FFCE08-B81E-4C11-A9DC-80DD54E1B445}" presName="childText" presStyleLbl="conFgAcc1" presStyleIdx="2" presStyleCnt="4">
        <dgm:presLayoutVars>
          <dgm:bulletEnabled val="1"/>
        </dgm:presLayoutVars>
      </dgm:prSet>
      <dgm:spPr/>
    </dgm:pt>
    <dgm:pt modelId="{614C23FB-F0DE-4871-B380-19A76233F23B}" type="pres">
      <dgm:prSet presAssocID="{6CA54BEA-16AD-41D8-B024-E4EF319C4A74}" presName="spaceBetweenRectangles" presStyleCnt="0"/>
      <dgm:spPr/>
    </dgm:pt>
    <dgm:pt modelId="{6796D1DC-57A6-49D9-BE55-CC0EE9717631}" type="pres">
      <dgm:prSet presAssocID="{C6860255-B805-4B0E-99AD-A8368D62ADDD}" presName="parentLin" presStyleCnt="0"/>
      <dgm:spPr/>
    </dgm:pt>
    <dgm:pt modelId="{6F10CE0C-865A-4B01-8586-1B0E1025776B}" type="pres">
      <dgm:prSet presAssocID="{C6860255-B805-4B0E-99AD-A8368D62ADDD}" presName="parentLeftMargin" presStyleLbl="node1" presStyleIdx="2" presStyleCnt="4"/>
      <dgm:spPr/>
    </dgm:pt>
    <dgm:pt modelId="{30E17EA5-7225-4869-90DD-A18E56315A39}" type="pres">
      <dgm:prSet presAssocID="{C6860255-B805-4B0E-99AD-A8368D62ADD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2271F38-075E-4A9B-B955-EE797694E94C}" type="pres">
      <dgm:prSet presAssocID="{C6860255-B805-4B0E-99AD-A8368D62ADDD}" presName="negativeSpace" presStyleCnt="0"/>
      <dgm:spPr/>
    </dgm:pt>
    <dgm:pt modelId="{4FC31D50-EA4D-4029-AAE3-4D1509892B51}" type="pres">
      <dgm:prSet presAssocID="{C6860255-B805-4B0E-99AD-A8368D62ADD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F601510-D2F0-4683-8C92-26D7596A761D}" srcId="{A5E42C2B-F68C-4BDD-874D-66F98D7815C3}" destId="{ABBF2FBE-706D-4045-82CA-2DFECB499672}" srcOrd="0" destOrd="0" parTransId="{8DCC697E-D578-4B21-BE96-B29A85D78C20}" sibTransId="{8CFD0D9C-9DF0-4AF3-B5C1-DBC97CA2137B}"/>
    <dgm:cxn modelId="{4A049C27-46DD-495C-8444-A5D68CA9BDDD}" type="presOf" srcId="{ABBF2FBE-706D-4045-82CA-2DFECB499672}" destId="{D2F9FC68-F2E5-4531-B4B3-3B970BD423C8}" srcOrd="1" destOrd="0" presId="urn:microsoft.com/office/officeart/2005/8/layout/list1"/>
    <dgm:cxn modelId="{F52C0830-2E06-4EAB-93FB-5F20117506B3}" type="presOf" srcId="{A5E42C2B-F68C-4BDD-874D-66F98D7815C3}" destId="{9FC908BC-F5F5-4DBB-8013-E2FCE6F59A76}" srcOrd="0" destOrd="0" presId="urn:microsoft.com/office/officeart/2005/8/layout/list1"/>
    <dgm:cxn modelId="{ACAF3F63-77C7-4A5C-ABCC-779C33047FB5}" srcId="{A5E42C2B-F68C-4BDD-874D-66F98D7815C3}" destId="{17FFCE08-B81E-4C11-A9DC-80DD54E1B445}" srcOrd="2" destOrd="0" parTransId="{988E3CBB-16F1-4C60-A790-44773DD41C46}" sibTransId="{6CA54BEA-16AD-41D8-B024-E4EF319C4A74}"/>
    <dgm:cxn modelId="{B2DA804A-FAE4-420B-AE73-74CB540DFBD1}" srcId="{A5E42C2B-F68C-4BDD-874D-66F98D7815C3}" destId="{C6860255-B805-4B0E-99AD-A8368D62ADDD}" srcOrd="3" destOrd="0" parTransId="{5D03D580-7B6E-4A28-A050-822D140E69A1}" sibTransId="{D313BB36-AD09-4710-A9DF-62EEB64C451B}"/>
    <dgm:cxn modelId="{AFC5E170-51B6-407D-843F-C31A53DF8290}" type="presOf" srcId="{C6860255-B805-4B0E-99AD-A8368D62ADDD}" destId="{6F10CE0C-865A-4B01-8586-1B0E1025776B}" srcOrd="0" destOrd="0" presId="urn:microsoft.com/office/officeart/2005/8/layout/list1"/>
    <dgm:cxn modelId="{451EA659-5C9B-4A16-952D-83860CFD6E63}" type="presOf" srcId="{C6860255-B805-4B0E-99AD-A8368D62ADDD}" destId="{30E17EA5-7225-4869-90DD-A18E56315A39}" srcOrd="1" destOrd="0" presId="urn:microsoft.com/office/officeart/2005/8/layout/list1"/>
    <dgm:cxn modelId="{DA5B318D-054E-41A4-B300-F7D09413C572}" type="presOf" srcId="{D1F64B17-ED9A-4F39-9BDF-05C37C0D1B69}" destId="{133C2393-605E-429D-B386-6514F055BF55}" srcOrd="1" destOrd="0" presId="urn:microsoft.com/office/officeart/2005/8/layout/list1"/>
    <dgm:cxn modelId="{9FBB1C99-1348-4010-B8E8-CA11590D0B04}" type="presOf" srcId="{ABBF2FBE-706D-4045-82CA-2DFECB499672}" destId="{E035D036-67ED-4162-B7BC-AF778B83AC8C}" srcOrd="0" destOrd="0" presId="urn:microsoft.com/office/officeart/2005/8/layout/list1"/>
    <dgm:cxn modelId="{BE3C16AB-02B9-4C9C-A5A5-B90A2F6E542B}" type="presOf" srcId="{17FFCE08-B81E-4C11-A9DC-80DD54E1B445}" destId="{3561581E-FEEA-418E-B6FB-6E7806B94531}" srcOrd="0" destOrd="0" presId="urn:microsoft.com/office/officeart/2005/8/layout/list1"/>
    <dgm:cxn modelId="{784189AC-EF4F-469A-B87D-4C1805B57389}" srcId="{A5E42C2B-F68C-4BDD-874D-66F98D7815C3}" destId="{D1F64B17-ED9A-4F39-9BDF-05C37C0D1B69}" srcOrd="1" destOrd="0" parTransId="{35BF5620-67FD-4B8B-8AC8-88C4AA738ACC}" sibTransId="{5C59C2FD-33AD-4C11-B7D4-EC9EE9EAB6E0}"/>
    <dgm:cxn modelId="{19CB88C4-3766-4764-8FB1-952CC7130779}" type="presOf" srcId="{D1F64B17-ED9A-4F39-9BDF-05C37C0D1B69}" destId="{B56FDABD-5D1E-4A62-B280-6C7D51B7568C}" srcOrd="0" destOrd="0" presId="urn:microsoft.com/office/officeart/2005/8/layout/list1"/>
    <dgm:cxn modelId="{34E41DF7-7E57-4347-B478-B903D8AA6BBB}" type="presOf" srcId="{17FFCE08-B81E-4C11-A9DC-80DD54E1B445}" destId="{BDF276A6-B146-4C30-B067-8C568AAB2E3A}" srcOrd="1" destOrd="0" presId="urn:microsoft.com/office/officeart/2005/8/layout/list1"/>
    <dgm:cxn modelId="{56121888-396D-4A3D-B6EF-BAE06CF1C935}" type="presParOf" srcId="{9FC908BC-F5F5-4DBB-8013-E2FCE6F59A76}" destId="{44E213E0-95D5-45A0-AF82-EFAA37C26ACF}" srcOrd="0" destOrd="0" presId="urn:microsoft.com/office/officeart/2005/8/layout/list1"/>
    <dgm:cxn modelId="{C85AB6C3-C5C7-43D8-9B0C-1C862924DA3C}" type="presParOf" srcId="{44E213E0-95D5-45A0-AF82-EFAA37C26ACF}" destId="{E035D036-67ED-4162-B7BC-AF778B83AC8C}" srcOrd="0" destOrd="0" presId="urn:microsoft.com/office/officeart/2005/8/layout/list1"/>
    <dgm:cxn modelId="{47DE9653-C7F3-492C-A7AF-B4E9701A8544}" type="presParOf" srcId="{44E213E0-95D5-45A0-AF82-EFAA37C26ACF}" destId="{D2F9FC68-F2E5-4531-B4B3-3B970BD423C8}" srcOrd="1" destOrd="0" presId="urn:microsoft.com/office/officeart/2005/8/layout/list1"/>
    <dgm:cxn modelId="{C6713CF0-5742-4DDB-8074-E758002C478F}" type="presParOf" srcId="{9FC908BC-F5F5-4DBB-8013-E2FCE6F59A76}" destId="{43551ED3-4973-4646-AC47-1BC31A9D0747}" srcOrd="1" destOrd="0" presId="urn:microsoft.com/office/officeart/2005/8/layout/list1"/>
    <dgm:cxn modelId="{922F0F92-541C-495E-99EB-A2F9AE6A26A7}" type="presParOf" srcId="{9FC908BC-F5F5-4DBB-8013-E2FCE6F59A76}" destId="{6B1FC605-8B69-47F0-8D0B-04F32A431CAF}" srcOrd="2" destOrd="0" presId="urn:microsoft.com/office/officeart/2005/8/layout/list1"/>
    <dgm:cxn modelId="{3410377C-5FBD-4A4F-9E95-82A010E76A05}" type="presParOf" srcId="{9FC908BC-F5F5-4DBB-8013-E2FCE6F59A76}" destId="{4C27AB47-6525-48DF-AC63-7A68A26D8E9E}" srcOrd="3" destOrd="0" presId="urn:microsoft.com/office/officeart/2005/8/layout/list1"/>
    <dgm:cxn modelId="{9715E9AC-3B81-4EDC-AB67-8EF95EE75EFF}" type="presParOf" srcId="{9FC908BC-F5F5-4DBB-8013-E2FCE6F59A76}" destId="{2778B325-5D85-445B-86A3-EED725170BD0}" srcOrd="4" destOrd="0" presId="urn:microsoft.com/office/officeart/2005/8/layout/list1"/>
    <dgm:cxn modelId="{414D558C-E673-4FE3-ABCE-A88597762478}" type="presParOf" srcId="{2778B325-5D85-445B-86A3-EED725170BD0}" destId="{B56FDABD-5D1E-4A62-B280-6C7D51B7568C}" srcOrd="0" destOrd="0" presId="urn:microsoft.com/office/officeart/2005/8/layout/list1"/>
    <dgm:cxn modelId="{440FEFDD-501F-4514-A256-E7127081E2E8}" type="presParOf" srcId="{2778B325-5D85-445B-86A3-EED725170BD0}" destId="{133C2393-605E-429D-B386-6514F055BF55}" srcOrd="1" destOrd="0" presId="urn:microsoft.com/office/officeart/2005/8/layout/list1"/>
    <dgm:cxn modelId="{F1C9F167-25E3-4E5F-A161-3C900ED2311A}" type="presParOf" srcId="{9FC908BC-F5F5-4DBB-8013-E2FCE6F59A76}" destId="{085FD96B-F671-4374-9607-A39F7DB52B37}" srcOrd="5" destOrd="0" presId="urn:microsoft.com/office/officeart/2005/8/layout/list1"/>
    <dgm:cxn modelId="{BB1DB623-61D9-4687-BCD7-C087F84D6D98}" type="presParOf" srcId="{9FC908BC-F5F5-4DBB-8013-E2FCE6F59A76}" destId="{988018E1-13DE-455D-B13E-9F58F40A21FE}" srcOrd="6" destOrd="0" presId="urn:microsoft.com/office/officeart/2005/8/layout/list1"/>
    <dgm:cxn modelId="{19F9E403-3A36-4434-914F-551989041AEA}" type="presParOf" srcId="{9FC908BC-F5F5-4DBB-8013-E2FCE6F59A76}" destId="{8790C235-1EBB-4AAE-B55A-E60803ADC14A}" srcOrd="7" destOrd="0" presId="urn:microsoft.com/office/officeart/2005/8/layout/list1"/>
    <dgm:cxn modelId="{D8E225C0-ADA8-40B7-A506-8D330EE3E2A4}" type="presParOf" srcId="{9FC908BC-F5F5-4DBB-8013-E2FCE6F59A76}" destId="{41FD1830-0EA4-4CC6-9E8D-20BF57017973}" srcOrd="8" destOrd="0" presId="urn:microsoft.com/office/officeart/2005/8/layout/list1"/>
    <dgm:cxn modelId="{6E8A79AB-1FC5-407F-B43D-F691EFA631F4}" type="presParOf" srcId="{41FD1830-0EA4-4CC6-9E8D-20BF57017973}" destId="{3561581E-FEEA-418E-B6FB-6E7806B94531}" srcOrd="0" destOrd="0" presId="urn:microsoft.com/office/officeart/2005/8/layout/list1"/>
    <dgm:cxn modelId="{D6994D28-BD06-4827-8A35-61FF00BB4600}" type="presParOf" srcId="{41FD1830-0EA4-4CC6-9E8D-20BF57017973}" destId="{BDF276A6-B146-4C30-B067-8C568AAB2E3A}" srcOrd="1" destOrd="0" presId="urn:microsoft.com/office/officeart/2005/8/layout/list1"/>
    <dgm:cxn modelId="{592D06A4-5CF3-487F-866C-95F4810C1515}" type="presParOf" srcId="{9FC908BC-F5F5-4DBB-8013-E2FCE6F59A76}" destId="{E22AD107-71E6-4FDB-9A4E-043808C46E9E}" srcOrd="9" destOrd="0" presId="urn:microsoft.com/office/officeart/2005/8/layout/list1"/>
    <dgm:cxn modelId="{D7CA5F1C-AAA9-4A7E-81EE-B1E09C20A4F3}" type="presParOf" srcId="{9FC908BC-F5F5-4DBB-8013-E2FCE6F59A76}" destId="{3B5283D5-F908-4B39-A573-696DD2655573}" srcOrd="10" destOrd="0" presId="urn:microsoft.com/office/officeart/2005/8/layout/list1"/>
    <dgm:cxn modelId="{4DA99763-AD97-44D2-A6FC-5BF059F59E98}" type="presParOf" srcId="{9FC908BC-F5F5-4DBB-8013-E2FCE6F59A76}" destId="{614C23FB-F0DE-4871-B380-19A76233F23B}" srcOrd="11" destOrd="0" presId="urn:microsoft.com/office/officeart/2005/8/layout/list1"/>
    <dgm:cxn modelId="{9777B896-1369-47F2-875E-C9D0115AE224}" type="presParOf" srcId="{9FC908BC-F5F5-4DBB-8013-E2FCE6F59A76}" destId="{6796D1DC-57A6-49D9-BE55-CC0EE9717631}" srcOrd="12" destOrd="0" presId="urn:microsoft.com/office/officeart/2005/8/layout/list1"/>
    <dgm:cxn modelId="{7BF2C043-8809-4FB0-BD57-77E1BEFCDB50}" type="presParOf" srcId="{6796D1DC-57A6-49D9-BE55-CC0EE9717631}" destId="{6F10CE0C-865A-4B01-8586-1B0E1025776B}" srcOrd="0" destOrd="0" presId="urn:microsoft.com/office/officeart/2005/8/layout/list1"/>
    <dgm:cxn modelId="{9E6B9AF0-F955-4F6E-8164-A6D2C2A99216}" type="presParOf" srcId="{6796D1DC-57A6-49D9-BE55-CC0EE9717631}" destId="{30E17EA5-7225-4869-90DD-A18E56315A39}" srcOrd="1" destOrd="0" presId="urn:microsoft.com/office/officeart/2005/8/layout/list1"/>
    <dgm:cxn modelId="{15F3B615-D9C2-49C7-9B6A-F2D16747350B}" type="presParOf" srcId="{9FC908BC-F5F5-4DBB-8013-E2FCE6F59A76}" destId="{82271F38-075E-4A9B-B955-EE797694E94C}" srcOrd="13" destOrd="0" presId="urn:microsoft.com/office/officeart/2005/8/layout/list1"/>
    <dgm:cxn modelId="{39A2543E-9CC5-4173-ACFA-39384E0E0217}" type="presParOf" srcId="{9FC908BC-F5F5-4DBB-8013-E2FCE6F59A76}" destId="{4FC31D50-EA4D-4029-AAE3-4D1509892B5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0A8ED-D954-4CD9-9CC3-F6E4828F33EC}">
      <dsp:nvSpPr>
        <dsp:cNvPr id="0" name=""/>
        <dsp:cNvSpPr/>
      </dsp:nvSpPr>
      <dsp:spPr>
        <a:xfrm>
          <a:off x="0" y="1654474"/>
          <a:ext cx="7826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9B9AE-163D-4512-8C0A-90DA76EE4777}">
      <dsp:nvSpPr>
        <dsp:cNvPr id="0" name=""/>
        <dsp:cNvSpPr/>
      </dsp:nvSpPr>
      <dsp:spPr>
        <a:xfrm>
          <a:off x="391341" y="1418314"/>
          <a:ext cx="5478780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085" tIns="0" rIns="2070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Prima Neta columna AF </a:t>
          </a:r>
          <a:endParaRPr lang="en-US" sz="1600" kern="1200" dirty="0"/>
        </a:p>
      </dsp:txBody>
      <dsp:txXfrm>
        <a:off x="414398" y="1441371"/>
        <a:ext cx="5432666" cy="426206"/>
      </dsp:txXfrm>
    </dsp:sp>
    <dsp:sp modelId="{A7D86034-8708-4FB8-9917-70336B06E2D4}">
      <dsp:nvSpPr>
        <dsp:cNvPr id="0" name=""/>
        <dsp:cNvSpPr/>
      </dsp:nvSpPr>
      <dsp:spPr>
        <a:xfrm>
          <a:off x="0" y="2380234"/>
          <a:ext cx="7826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46301-50FE-4941-B051-E67CA49926DA}">
      <dsp:nvSpPr>
        <dsp:cNvPr id="0" name=""/>
        <dsp:cNvSpPr/>
      </dsp:nvSpPr>
      <dsp:spPr>
        <a:xfrm>
          <a:off x="391341" y="2144074"/>
          <a:ext cx="5478780" cy="472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085" tIns="0" rIns="2070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Prima Pagada Nueva Y Sub </a:t>
          </a:r>
          <a:endParaRPr lang="en-US" sz="1600" kern="1200" dirty="0"/>
        </a:p>
      </dsp:txBody>
      <dsp:txXfrm>
        <a:off x="414398" y="2167131"/>
        <a:ext cx="5432666" cy="426206"/>
      </dsp:txXfrm>
    </dsp:sp>
    <dsp:sp modelId="{FCAA1CD9-E175-40C9-BF31-C5F20520CA24}">
      <dsp:nvSpPr>
        <dsp:cNvPr id="0" name=""/>
        <dsp:cNvSpPr/>
      </dsp:nvSpPr>
      <dsp:spPr>
        <a:xfrm>
          <a:off x="0" y="3105994"/>
          <a:ext cx="7826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32A9B-0DC9-4D47-83BF-3CE0C55C5E77}">
      <dsp:nvSpPr>
        <dsp:cNvPr id="0" name=""/>
        <dsp:cNvSpPr/>
      </dsp:nvSpPr>
      <dsp:spPr>
        <a:xfrm>
          <a:off x="391341" y="2869834"/>
          <a:ext cx="5478780" cy="472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085" tIns="0" rIns="20708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Prima Cancelada Caducada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Prima de </a:t>
          </a:r>
          <a:r>
            <a:rPr lang="en-US" sz="1200" kern="1200" dirty="0" err="1"/>
            <a:t>polizas</a:t>
          </a:r>
          <a:r>
            <a:rPr lang="en-US" sz="1200" kern="1200" dirty="0"/>
            <a:t> </a:t>
          </a:r>
          <a:r>
            <a:rPr lang="en-US" sz="1200" kern="1200" dirty="0" err="1"/>
            <a:t>nuevas</a:t>
          </a:r>
          <a:r>
            <a:rPr lang="en-US" sz="1200" kern="1200" dirty="0"/>
            <a:t> </a:t>
          </a:r>
          <a:r>
            <a:rPr lang="en-US" sz="1200" kern="1200" dirty="0" err="1"/>
            <a:t>que</a:t>
          </a:r>
          <a:r>
            <a:rPr lang="en-US" sz="1200" kern="1200" dirty="0"/>
            <a:t> </a:t>
          </a:r>
          <a:r>
            <a:rPr lang="en-US" sz="1200" kern="1200" dirty="0" err="1"/>
            <a:t>dejaron</a:t>
          </a:r>
          <a:r>
            <a:rPr lang="en-US" sz="1200" kern="1200" dirty="0"/>
            <a:t> de </a:t>
          </a:r>
          <a:r>
            <a:rPr lang="en-US" sz="1200" kern="1200" dirty="0" err="1"/>
            <a:t>pagar</a:t>
          </a:r>
          <a:r>
            <a:rPr lang="en-US" sz="1200" kern="1200" dirty="0"/>
            <a:t> 2026 </a:t>
          </a:r>
          <a:r>
            <a:rPr lang="en-US" sz="1200" kern="1200" dirty="0" err="1"/>
            <a:t>nuevas</a:t>
          </a:r>
          <a:r>
            <a:rPr lang="en-US" sz="1200" kern="1200" dirty="0"/>
            <a:t> 2026</a:t>
          </a:r>
        </a:p>
      </dsp:txBody>
      <dsp:txXfrm>
        <a:off x="414398" y="2892891"/>
        <a:ext cx="5432666" cy="426206"/>
      </dsp:txXfrm>
    </dsp:sp>
    <dsp:sp modelId="{6B1FC605-8B69-47F0-8D0B-04F32A431CAF}">
      <dsp:nvSpPr>
        <dsp:cNvPr id="0" name=""/>
        <dsp:cNvSpPr/>
      </dsp:nvSpPr>
      <dsp:spPr>
        <a:xfrm>
          <a:off x="0" y="3831754"/>
          <a:ext cx="7826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9FC68-F2E5-4531-B4B3-3B970BD423C8}">
      <dsp:nvSpPr>
        <dsp:cNvPr id="0" name=""/>
        <dsp:cNvSpPr/>
      </dsp:nvSpPr>
      <dsp:spPr>
        <a:xfrm>
          <a:off x="391341" y="3595594"/>
          <a:ext cx="5478780" cy="472320"/>
        </a:xfrm>
        <a:prstGeom prst="roundRect">
          <a:avLst/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085" tIns="0" rIns="20708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baseline="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Prima Pendiente de Pago </a:t>
          </a:r>
          <a:r>
            <a:rPr lang="es-MX" sz="2400" kern="1200" baseline="0" dirty="0">
              <a:solidFill>
                <a:schemeClr val="tx1"/>
              </a:solidFill>
            </a:rPr>
            <a:t>2026 columna BQ</a:t>
          </a:r>
          <a:endParaRPr lang="en-US" sz="2400" kern="1200" dirty="0"/>
        </a:p>
      </dsp:txBody>
      <dsp:txXfrm>
        <a:off x="414398" y="3618651"/>
        <a:ext cx="5432666" cy="426206"/>
      </dsp:txXfrm>
    </dsp:sp>
    <dsp:sp modelId="{A3463C27-8C4A-433D-84D2-196D0D4F6FD8}">
      <dsp:nvSpPr>
        <dsp:cNvPr id="0" name=""/>
        <dsp:cNvSpPr/>
      </dsp:nvSpPr>
      <dsp:spPr>
        <a:xfrm>
          <a:off x="0" y="4557514"/>
          <a:ext cx="7826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70E81-202B-49CF-A22F-CA991B9687A9}">
      <dsp:nvSpPr>
        <dsp:cNvPr id="0" name=""/>
        <dsp:cNvSpPr/>
      </dsp:nvSpPr>
      <dsp:spPr>
        <a:xfrm>
          <a:off x="391341" y="4321354"/>
          <a:ext cx="5478780" cy="4723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085" tIns="0" rIns="2070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Prima No tomada Prima columna AF de las de estatus BJ</a:t>
          </a:r>
          <a:endParaRPr lang="en-US" sz="1600" kern="1200" dirty="0"/>
        </a:p>
      </dsp:txBody>
      <dsp:txXfrm>
        <a:off x="414398" y="4344411"/>
        <a:ext cx="543266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FC605-8B69-47F0-8D0B-04F32A431CAF}">
      <dsp:nvSpPr>
        <dsp:cNvPr id="0" name=""/>
        <dsp:cNvSpPr/>
      </dsp:nvSpPr>
      <dsp:spPr>
        <a:xfrm>
          <a:off x="0" y="1335019"/>
          <a:ext cx="666683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9FC68-F2E5-4531-B4B3-3B970BD423C8}">
      <dsp:nvSpPr>
        <dsp:cNvPr id="0" name=""/>
        <dsp:cNvSpPr/>
      </dsp:nvSpPr>
      <dsp:spPr>
        <a:xfrm>
          <a:off x="333341" y="1054579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Prima Pendiente de dentro del día 1 al 20 </a:t>
          </a:r>
          <a:endParaRPr lang="en-US" sz="1900" kern="1200" dirty="0"/>
        </a:p>
      </dsp:txBody>
      <dsp:txXfrm>
        <a:off x="360721" y="1081959"/>
        <a:ext cx="4612023" cy="506120"/>
      </dsp:txXfrm>
    </dsp:sp>
    <dsp:sp modelId="{988018E1-13DE-455D-B13E-9F58F40A21FE}">
      <dsp:nvSpPr>
        <dsp:cNvPr id="0" name=""/>
        <dsp:cNvSpPr/>
      </dsp:nvSpPr>
      <dsp:spPr>
        <a:xfrm>
          <a:off x="0" y="2196860"/>
          <a:ext cx="666683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C2393-605E-429D-B386-6514F055BF55}">
      <dsp:nvSpPr>
        <dsp:cNvPr id="0" name=""/>
        <dsp:cNvSpPr/>
      </dsp:nvSpPr>
      <dsp:spPr>
        <a:xfrm>
          <a:off x="333341" y="1916420"/>
          <a:ext cx="4666783" cy="5608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Prima Pendiente de Pago del día 21 al 27</a:t>
          </a:r>
        </a:p>
      </dsp:txBody>
      <dsp:txXfrm>
        <a:off x="360721" y="1943800"/>
        <a:ext cx="4612023" cy="506120"/>
      </dsp:txXfrm>
    </dsp:sp>
    <dsp:sp modelId="{3B5283D5-F908-4B39-A573-696DD2655573}">
      <dsp:nvSpPr>
        <dsp:cNvPr id="0" name=""/>
        <dsp:cNvSpPr/>
      </dsp:nvSpPr>
      <dsp:spPr>
        <a:xfrm>
          <a:off x="0" y="3058700"/>
          <a:ext cx="666683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276A6-B146-4C30-B067-8C568AAB2E3A}">
      <dsp:nvSpPr>
        <dsp:cNvPr id="0" name=""/>
        <dsp:cNvSpPr/>
      </dsp:nvSpPr>
      <dsp:spPr>
        <a:xfrm>
          <a:off x="333341" y="2778260"/>
          <a:ext cx="4666783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Prima Pendiente de Pago del día 28 al 30</a:t>
          </a:r>
        </a:p>
      </dsp:txBody>
      <dsp:txXfrm>
        <a:off x="360721" y="2805640"/>
        <a:ext cx="4612023" cy="506120"/>
      </dsp:txXfrm>
    </dsp:sp>
    <dsp:sp modelId="{4FC31D50-EA4D-4029-AAE3-4D1509892B51}">
      <dsp:nvSpPr>
        <dsp:cNvPr id="0" name=""/>
        <dsp:cNvSpPr/>
      </dsp:nvSpPr>
      <dsp:spPr>
        <a:xfrm>
          <a:off x="0" y="3920540"/>
          <a:ext cx="666683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17EA5-7225-4869-90DD-A18E56315A39}">
      <dsp:nvSpPr>
        <dsp:cNvPr id="0" name=""/>
        <dsp:cNvSpPr/>
      </dsp:nvSpPr>
      <dsp:spPr>
        <a:xfrm>
          <a:off x="333341" y="3640100"/>
          <a:ext cx="4666783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Canceladas</a:t>
          </a:r>
        </a:p>
      </dsp:txBody>
      <dsp:txXfrm>
        <a:off x="360721" y="3667480"/>
        <a:ext cx="4612023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FC605-8B69-47F0-8D0B-04F32A431CAF}">
      <dsp:nvSpPr>
        <dsp:cNvPr id="0" name=""/>
        <dsp:cNvSpPr/>
      </dsp:nvSpPr>
      <dsp:spPr>
        <a:xfrm>
          <a:off x="0" y="1774579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9FC68-F2E5-4531-B4B3-3B970BD423C8}">
      <dsp:nvSpPr>
        <dsp:cNvPr id="0" name=""/>
        <dsp:cNvSpPr/>
      </dsp:nvSpPr>
      <dsp:spPr>
        <a:xfrm>
          <a:off x="333341" y="1582699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Pólizas por Renovar -30 días antes de que inicie la vigencia</a:t>
          </a:r>
          <a:endParaRPr lang="en-US" sz="1300" kern="1200" dirty="0"/>
        </a:p>
      </dsp:txBody>
      <dsp:txXfrm>
        <a:off x="352075" y="1601433"/>
        <a:ext cx="4629315" cy="346292"/>
      </dsp:txXfrm>
    </dsp:sp>
    <dsp:sp modelId="{988018E1-13DE-455D-B13E-9F58F40A21FE}">
      <dsp:nvSpPr>
        <dsp:cNvPr id="0" name=""/>
        <dsp:cNvSpPr/>
      </dsp:nvSpPr>
      <dsp:spPr>
        <a:xfrm>
          <a:off x="0" y="2364259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C2393-605E-429D-B386-6514F055BF55}">
      <dsp:nvSpPr>
        <dsp:cNvPr id="0" name=""/>
        <dsp:cNvSpPr/>
      </dsp:nvSpPr>
      <dsp:spPr>
        <a:xfrm>
          <a:off x="333341" y="2172379"/>
          <a:ext cx="4666783" cy="3837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Prima Pagada de Renovación </a:t>
          </a:r>
        </a:p>
      </dsp:txBody>
      <dsp:txXfrm>
        <a:off x="352075" y="2191113"/>
        <a:ext cx="4629315" cy="346292"/>
      </dsp:txXfrm>
    </dsp:sp>
    <dsp:sp modelId="{3B5283D5-F908-4B39-A573-696DD2655573}">
      <dsp:nvSpPr>
        <dsp:cNvPr id="0" name=""/>
        <dsp:cNvSpPr/>
      </dsp:nvSpPr>
      <dsp:spPr>
        <a:xfrm>
          <a:off x="0" y="2953939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276A6-B146-4C30-B067-8C568AAB2E3A}">
      <dsp:nvSpPr>
        <dsp:cNvPr id="0" name=""/>
        <dsp:cNvSpPr/>
      </dsp:nvSpPr>
      <dsp:spPr>
        <a:xfrm>
          <a:off x="333341" y="2762059"/>
          <a:ext cx="4666783" cy="3837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Prima Pendiente de Renovación </a:t>
          </a:r>
        </a:p>
      </dsp:txBody>
      <dsp:txXfrm>
        <a:off x="352075" y="2780793"/>
        <a:ext cx="4629315" cy="346292"/>
      </dsp:txXfrm>
    </dsp:sp>
    <dsp:sp modelId="{4FC31D50-EA4D-4029-AAE3-4D1509892B51}">
      <dsp:nvSpPr>
        <dsp:cNvPr id="0" name=""/>
        <dsp:cNvSpPr/>
      </dsp:nvSpPr>
      <dsp:spPr>
        <a:xfrm>
          <a:off x="0" y="354362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17EA5-7225-4869-90DD-A18E56315A39}">
      <dsp:nvSpPr>
        <dsp:cNvPr id="0" name=""/>
        <dsp:cNvSpPr/>
      </dsp:nvSpPr>
      <dsp:spPr>
        <a:xfrm>
          <a:off x="333341" y="3351740"/>
          <a:ext cx="4666783" cy="383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Canceladas de </a:t>
          </a:r>
          <a:r>
            <a:rPr lang="es-MX" sz="1300" kern="1200" dirty="0" err="1"/>
            <a:t>Renovacion</a:t>
          </a:r>
          <a:endParaRPr lang="es-MX" sz="1300" kern="1200" dirty="0"/>
        </a:p>
      </dsp:txBody>
      <dsp:txXfrm>
        <a:off x="352075" y="3370474"/>
        <a:ext cx="4629315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09FD4-D088-F149-B344-209B7BB6C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D4EF80-7366-19C2-AC05-85F095B29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9722FC-C32F-A74F-6705-E28E27CF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3ED5FB-A39C-7BC4-C82F-06DF4EB7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9F174E-88F0-92DF-406B-3C603FB4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836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223C6-8A67-852F-417A-88B78004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33001A-E0EF-358D-C9B1-79CE12D92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3B502-C534-6969-BC70-9DA270B8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3A2A38-9571-82B3-374D-4011D425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39435A-5CE9-ACF3-ECE2-B0B8E111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110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8A6F6-ECD1-5E16-78CA-782BA0CE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9FA5E2-797C-79DD-EB16-C708BD3EB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EE0151-2ABA-2D99-B8BD-97E9979B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665EAC-54FE-D784-FA6C-AF2F0E0C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995B9F-C357-ACCA-24E6-858B9215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90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0AB0E-838A-E39C-FF36-B258D7C6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958F04-805A-718B-2FB7-2FB30F47F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9A2A87-1847-44A8-577E-01A4BC20A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17C7D5-858D-C8D6-0C0F-DF4A4BC3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367A64-E189-3079-3A26-2D8B35CA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72B6E5-50C4-97D2-74F3-DA7C5400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4410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012EE-8D94-2F71-40DD-A4828E6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69BADA-21B5-4649-A626-5988BC8CD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BF9733-FD11-C272-121D-78639486F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D5B609-48EA-1206-3EA0-AD13D9824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544C45-85A0-8AA4-C76B-14258580C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83B834E-B4A3-44E5-45BE-782CE543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21767C-B26C-A02E-2BC2-48E99BBF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411575-9354-A926-A3CA-76E721AE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361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0D7B3-C880-7961-EA82-A739893F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48D161-53CC-844A-CCB2-804FE2C7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4DCB1C-6C00-174A-1EE1-56D75F75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704F3D-211A-3458-5534-D1DF4F1E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780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08CD46-0646-CBBD-541C-D6649808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56AF5-76EA-87FB-9A59-ED1F5B87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DD4381-CAB5-0B85-C11D-9AAA7D6B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627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CF892-0344-0640-F239-0CCD54DD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2B1DA-44FE-3AAD-7BF8-08CFCCE0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4CAF58-F957-40D2-4920-F5FF69528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3D2AE3-0724-C981-CDA6-F917ED76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56A70A-9761-D34D-2448-7C43C74B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0F41A8-ABBD-F121-03D6-EEEDB715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323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5AC5E-C952-B030-088E-7AE802ED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705C03-03A5-F8C9-D330-E7C5B6E85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4FBC14-BA6B-7FD5-3FD8-42525FD71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D69CE7-57AB-5879-8AF9-04109743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C41317-06FB-F0A2-F794-4BA4BEE7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22F00C-5174-65E9-B21C-8EEE5083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440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E6469-3995-099B-8FE1-E3039762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2A5C4B-96EB-B7AF-24E4-E22FDA9B1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86BBBE-A64C-BBE1-A699-AE1CD2B4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9145AC-5F79-C5FD-AFFC-6F0E38B3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E5D905-3462-73ED-5D86-C303FF5A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388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4DB836-4D33-CAA1-D193-194A24E17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8CA5B3-B430-7FCA-44A1-A23A695A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62519C-1D65-8654-93BD-5CCE11A9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6BF157-B192-AD33-B489-17D1B102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405801-87B8-898B-1A2F-D95B43D0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65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343E58-B2D3-099B-025C-D943B231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21C89A-8B78-9201-138F-8C16240F3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9D4074-27C4-F021-6443-19B018F5B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EA3A2-8809-4E88-9D92-88D87080DEFB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F15813-EF8B-3821-6F0F-75E470429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18D2FC-D79D-97BA-5295-205AF65F2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B3869-E887-4674-BA64-BD6568DC83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29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4E893-9330-EAF3-744C-F78D5389B1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53F059-55BB-DF66-C387-D068B6753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26CEC2-13FB-64D9-0FB0-C2179246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136"/>
            <a:ext cx="12192000" cy="55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96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F84A-7E79-7644-D96B-76ED6D4F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EBE083-C976-431D-61A6-E99025967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6353A2-C58F-5D7D-5901-FE6113AD6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F4FA5-662E-74C0-CC3D-C91677B7B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E2BDE0-133C-1DFD-A086-1355A991A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1EE1F50-6D48-7EC2-89DE-91031186C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51D97-F639-8D70-3335-E630A2F11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9B0A5E-571F-A2EA-47E3-CCAFD048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4000">
                <a:solidFill>
                  <a:srgbClr val="FFFFFF"/>
                </a:solidFill>
              </a:rPr>
              <a:t>IDEAL 2026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0CACD9A-67BA-39FD-A8B7-316952740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242750"/>
              </p:ext>
            </p:extLst>
          </p:nvPr>
        </p:nvGraphicFramePr>
        <p:xfrm>
          <a:off x="4365171" y="261257"/>
          <a:ext cx="7826829" cy="6379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443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D5D954-F06A-A597-7A02-96EA442E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4000" dirty="0">
                <a:solidFill>
                  <a:srgbClr val="FFFFFF"/>
                </a:solidFill>
              </a:rPr>
              <a:t>Seguimiento Ideal a la cobranza 2026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18E653E-E80F-1500-1C84-23BD73F10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5595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146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F546E-20EF-238A-DF5B-A9A596FB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D9972-EA06-A711-9C39-ED110D41C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73913F-EA6F-3891-E865-53AA686F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C7B8B-9080-C685-16B5-ED5AB7B1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2DFF01-1921-86D5-5838-33D4A29A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EEC1E18-96AB-8AE2-3159-04969B78C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B729CF-7F29-9426-8F19-9CA7CAB9C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7FEFF3-C2E0-3B2D-CE9C-8D0ECF34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4000" dirty="0">
                <a:solidFill>
                  <a:srgbClr val="FFFFFF"/>
                </a:solidFill>
              </a:rPr>
              <a:t>Seguimiento Ideal a la Renovación 2026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89BC36C-646C-C501-04C4-922BABD66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5912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0132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106</Words>
  <Application>Microsoft Office PowerPoint</Application>
  <PresentationFormat>Panorámica</PresentationFormat>
  <Paragraphs>17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IDEAL 2026</vt:lpstr>
      <vt:lpstr>Seguimiento Ideal a la cobranza 2026</vt:lpstr>
      <vt:lpstr>Seguimiento Ideal a la Renovación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E Garza</dc:creator>
  <cp:lastModifiedBy>María E Garza</cp:lastModifiedBy>
  <cp:revision>1</cp:revision>
  <dcterms:created xsi:type="dcterms:W3CDTF">2026-01-17T04:24:26Z</dcterms:created>
  <dcterms:modified xsi:type="dcterms:W3CDTF">2026-02-24T02:54:25Z</dcterms:modified>
</cp:coreProperties>
</file>